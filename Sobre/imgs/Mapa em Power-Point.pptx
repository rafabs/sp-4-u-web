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7" r:id="rId4"/>
    <p:sldId id="263" r:id="rId5"/>
    <p:sldId id="262" r:id="rId6"/>
    <p:sldId id="269" r:id="rId7"/>
    <p:sldId id="266" r:id="rId8"/>
    <p:sldId id="265" r:id="rId9"/>
    <p:sldId id="264" r:id="rId10"/>
    <p:sldId id="256" r:id="rId11"/>
    <p:sldId id="261" r:id="rId12"/>
    <p:sldId id="258" r:id="rId13"/>
    <p:sldId id="260" r:id="rId14"/>
    <p:sldId id="268" r:id="rId15"/>
    <p:sldId id="270" r:id="rId16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A9A7"/>
    <a:srgbClr val="999999"/>
    <a:srgbClr val="FFF000"/>
    <a:srgbClr val="CA016B"/>
    <a:srgbClr val="F68368"/>
    <a:srgbClr val="00B352"/>
    <a:srgbClr val="133C8D"/>
    <a:srgbClr val="C0C0C0"/>
    <a:srgbClr val="0455A1"/>
    <a:srgbClr val="EE37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C5CBBC-E275-4226-818B-4DDED0C91712}" v="3" dt="2026-02-03T02:56:03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474" autoAdjust="0"/>
  </p:normalViewPr>
  <p:slideViewPr>
    <p:cSldViewPr snapToGrid="0">
      <p:cViewPr>
        <p:scale>
          <a:sx n="300" d="100"/>
          <a:sy n="300" d="100"/>
        </p:scale>
        <p:origin x="-8232" y="-8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Barbosa" userId="e85c8a03f9c5b7e8" providerId="LiveId" clId="{A36FFA1F-56F8-4FB4-A17E-C068665FDE5B}"/>
    <pc:docChg chg="custSel modSld">
      <pc:chgData name="Rafael Barbosa" userId="e85c8a03f9c5b7e8" providerId="LiveId" clId="{A36FFA1F-56F8-4FB4-A17E-C068665FDE5B}" dt="2026-02-03T02:57:01.477" v="73" actId="1038"/>
      <pc:docMkLst>
        <pc:docMk/>
      </pc:docMkLst>
      <pc:sldChg chg="modSp mod">
        <pc:chgData name="Rafael Barbosa" userId="e85c8a03f9c5b7e8" providerId="LiveId" clId="{A36FFA1F-56F8-4FB4-A17E-C068665FDE5B}" dt="2026-02-03T02:52:18.414" v="15" actId="255"/>
        <pc:sldMkLst>
          <pc:docMk/>
          <pc:sldMk cId="56477990" sldId="257"/>
        </pc:sldMkLst>
        <pc:spChg chg="mod">
          <ac:chgData name="Rafael Barbosa" userId="e85c8a03f9c5b7e8" providerId="LiveId" clId="{A36FFA1F-56F8-4FB4-A17E-C068665FDE5B}" dt="2026-02-03T02:52:18.414" v="15" actId="255"/>
          <ac:spMkLst>
            <pc:docMk/>
            <pc:sldMk cId="56477990" sldId="257"/>
            <ac:spMk id="147" creationId="{B6D1BC3F-90EE-68D4-FBEB-A1C51ADE59A8}"/>
          </ac:spMkLst>
        </pc:spChg>
      </pc:sldChg>
      <pc:sldChg chg="addSp delSp modSp mod">
        <pc:chgData name="Rafael Barbosa" userId="e85c8a03f9c5b7e8" providerId="LiveId" clId="{A36FFA1F-56F8-4FB4-A17E-C068665FDE5B}" dt="2026-02-03T02:57:01.477" v="73" actId="1038"/>
        <pc:sldMkLst>
          <pc:docMk/>
          <pc:sldMk cId="3125146391" sldId="260"/>
        </pc:sldMkLst>
        <pc:picChg chg="add del mod">
          <ac:chgData name="Rafael Barbosa" userId="e85c8a03f9c5b7e8" providerId="LiveId" clId="{A36FFA1F-56F8-4FB4-A17E-C068665FDE5B}" dt="2026-02-03T02:56:18.469" v="62" actId="478"/>
          <ac:picMkLst>
            <pc:docMk/>
            <pc:sldMk cId="3125146391" sldId="260"/>
            <ac:picMk id="3" creationId="{E623C105-3F49-FF4E-3688-0D54406DB854}"/>
          </ac:picMkLst>
        </pc:picChg>
        <pc:picChg chg="add mod">
          <ac:chgData name="Rafael Barbosa" userId="e85c8a03f9c5b7e8" providerId="LiveId" clId="{A36FFA1F-56F8-4FB4-A17E-C068665FDE5B}" dt="2026-02-03T02:57:01.477" v="73" actId="1038"/>
          <ac:picMkLst>
            <pc:docMk/>
            <pc:sldMk cId="3125146391" sldId="260"/>
            <ac:picMk id="4" creationId="{6730E31D-1A3C-6E2B-2870-819F66B4B7AA}"/>
          </ac:picMkLst>
        </pc:picChg>
      </pc:sldChg>
      <pc:sldChg chg="modSp mod">
        <pc:chgData name="Rafael Barbosa" userId="e85c8a03f9c5b7e8" providerId="LiveId" clId="{A36FFA1F-56F8-4FB4-A17E-C068665FDE5B}" dt="2026-02-03T02:53:20.436" v="22" actId="255"/>
        <pc:sldMkLst>
          <pc:docMk/>
          <pc:sldMk cId="999742967" sldId="262"/>
        </pc:sldMkLst>
        <pc:spChg chg="mod">
          <ac:chgData name="Rafael Barbosa" userId="e85c8a03f9c5b7e8" providerId="LiveId" clId="{A36FFA1F-56F8-4FB4-A17E-C068665FDE5B}" dt="2026-02-03T02:53:20.436" v="22" actId="255"/>
          <ac:spMkLst>
            <pc:docMk/>
            <pc:sldMk cId="999742967" sldId="262"/>
            <ac:spMk id="39" creationId="{B0F5C2A3-0A6B-8E48-D203-C0CF07834DAE}"/>
          </ac:spMkLst>
        </pc:spChg>
      </pc:sldChg>
      <pc:sldChg chg="modSp mod">
        <pc:chgData name="Rafael Barbosa" userId="e85c8a03f9c5b7e8" providerId="LiveId" clId="{A36FFA1F-56F8-4FB4-A17E-C068665FDE5B}" dt="2026-02-03T02:54:54.677" v="51" actId="255"/>
        <pc:sldMkLst>
          <pc:docMk/>
          <pc:sldMk cId="440880649" sldId="264"/>
        </pc:sldMkLst>
        <pc:spChg chg="mod">
          <ac:chgData name="Rafael Barbosa" userId="e85c8a03f9c5b7e8" providerId="LiveId" clId="{A36FFA1F-56F8-4FB4-A17E-C068665FDE5B}" dt="2026-02-03T02:54:54.677" v="51" actId="255"/>
          <ac:spMkLst>
            <pc:docMk/>
            <pc:sldMk cId="440880649" sldId="264"/>
            <ac:spMk id="46" creationId="{872541CB-75C2-DFF0-B30E-69A2764EEA4D}"/>
          </ac:spMkLst>
        </pc:spChg>
      </pc:sldChg>
      <pc:sldChg chg="modSp mod">
        <pc:chgData name="Rafael Barbosa" userId="e85c8a03f9c5b7e8" providerId="LiveId" clId="{A36FFA1F-56F8-4FB4-A17E-C068665FDE5B}" dt="2026-02-03T02:54:22.046" v="36" actId="255"/>
        <pc:sldMkLst>
          <pc:docMk/>
          <pc:sldMk cId="1236020860" sldId="265"/>
        </pc:sldMkLst>
        <pc:spChg chg="mod">
          <ac:chgData name="Rafael Barbosa" userId="e85c8a03f9c5b7e8" providerId="LiveId" clId="{A36FFA1F-56F8-4FB4-A17E-C068665FDE5B}" dt="2026-02-03T02:54:22.046" v="36" actId="255"/>
          <ac:spMkLst>
            <pc:docMk/>
            <pc:sldMk cId="1236020860" sldId="265"/>
            <ac:spMk id="134" creationId="{5AE2E229-C23C-C188-7DB9-62969CA3F2B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7869E-8748-B140-9CEC-DB5C83A16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09CCE3-4A58-1DF0-C109-6BEECBEDC0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BB3BFC-A4FB-C28A-EA47-8D2367380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480F8-0FE0-4DB9-8199-2F873A81D56B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325B81-287D-AA90-9CC6-737BBC173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75E89D-B736-2555-2446-CCD93D48E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1AEA-5939-4201-88C4-FBF21FA7D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9897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39885-B32D-5BD7-82D2-CF33FB68D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2D86A2-F7DF-A0DC-D762-EC15D0A8E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E6BF97-0507-3D7D-59A1-312EC29E9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480F8-0FE0-4DB9-8199-2F873A81D56B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71D805-0BBE-EC39-30B7-775C55B64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EC61BE-4A82-89AB-7536-3582ECEF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1AEA-5939-4201-88C4-FBF21FA7D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592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8DDF-0626-DF4B-47CC-258619FC7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A73114-E9D9-CED3-D3AE-BA21F7AE6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8EC662-C1D3-0D16-781D-1506BC665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480F8-0FE0-4DB9-8199-2F873A81D56B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324893-4DB6-B44A-CA1F-B97489FAF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7AF0E4-A43E-F087-8B2A-872D7F0DE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1AEA-5939-4201-88C4-FBF21FA7D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264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5F2A0-953C-965D-456A-F7F255833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659431-7F61-60F3-0BD0-9B6ABBE888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C82187-8AB2-44B4-A9D3-81E0A1FA2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F2E950-C6C3-B668-DDCD-9738C544B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480F8-0FE0-4DB9-8199-2F873A81D56B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EC66CB-A48C-FB19-64F1-0FB0F6892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450DB0-B0FF-ED99-6571-E34A7886E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1AEA-5939-4201-88C4-FBF21FA7D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991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2FE2D-AA6E-0B5A-C2EA-C1D827084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57278D-CD12-1509-AF98-D6FD7436B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BC1D94-22FB-630D-8484-C5A843EA7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EE11C82-7D04-BF21-4207-9E3178EE5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3E868E8-7A2F-1EDB-C629-098372BE98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F26DF34-0E98-1D86-E346-AA7A9028E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480F8-0FE0-4DB9-8199-2F873A81D56B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693478B-BD29-9457-86BC-F30BD2A2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FF2E7E6-E408-91B1-B58C-D7115024F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1AEA-5939-4201-88C4-FBF21FA7D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616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6D481-6E60-EEE2-4C3E-80A5C6A87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782CA1D-0054-C2B4-FFA7-6E2039146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480F8-0FE0-4DB9-8199-2F873A81D56B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91FF118-664C-36E8-1993-8FCFC4827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B70A9E4-0FEA-11FA-4975-3D62BC37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1AEA-5939-4201-88C4-FBF21FA7D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4267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A44CFC8-8F4C-69B3-329A-9C512F8B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480F8-0FE0-4DB9-8199-2F873A81D56B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19BCAE3-176B-6703-C85C-08FBF8983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EA0924-4893-0C81-DF5B-A6C51AA56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1AEA-5939-4201-88C4-FBF21FA7D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4273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F8742D-44BB-9D51-3405-B6F9DE8F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A08B8A-8C7A-0BFD-7C39-FE5E8E8D1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0132495-5469-BA88-33CC-7FE7D8388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914642-725F-2C0D-CB96-FC6C82240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480F8-0FE0-4DB9-8199-2F873A81D56B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4A3FFC-52FA-AD95-DB43-4609DAFB5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7706BC-E8AE-FDF4-C020-8EB6E7C92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1AEA-5939-4201-88C4-FBF21FA7D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8835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994250-B228-160F-2D76-F3F06BEA9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8BBA6FB-CBC2-ED96-0D46-FFCEF51CF2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6BC545C-5D2A-4857-B8D0-5760D0729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434AC9-D66F-6B78-411F-E87ED58CA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480F8-0FE0-4DB9-8199-2F873A81D56B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11DD75-5DC0-FC9E-3611-18813D5D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6FCBE5-22BC-FD06-E818-6C168967D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1AEA-5939-4201-88C4-FBF21FA7D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454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245EB6-2A27-A311-D5B7-A71DC4A2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595A8E4-3485-BF33-FA86-D1CE8A6AD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6E2F78-CF83-38E3-E32E-53D60729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480F8-0FE0-4DB9-8199-2F873A81D56B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FFB882-7A38-2F27-AFB0-2F989CF3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B82049-428E-8004-2707-78B29D0DB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1AEA-5939-4201-88C4-FBF21FA7D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8073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9E3C140-EB0E-63A2-EEF9-17035D9187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A666F31-0FC0-CE6F-D385-D26C5227F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C7A28E-E70F-159E-3AF6-E89FAA697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480F8-0FE0-4DB9-8199-2F873A81D56B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4F4D4C-91B1-2E97-E72B-3EE1A1989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070A39-3A3C-8DDC-0D6D-6212515CD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1AEA-5939-4201-88C4-FBF21FA7D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4015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CE58B9-DB46-F807-4073-2C443E5B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E6F2B7-9512-B274-2662-AD1919FCD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7738A1-8AA5-A688-B73C-3FB2A03403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480F8-0FE0-4DB9-8199-2F873A81D56B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B55A78-8507-F085-61FC-8842691A5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AF5257-7E07-1367-830A-F49136291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C1AEA-5939-4201-88C4-FBF21FA7D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2337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Agrupar 92">
            <a:extLst>
              <a:ext uri="{FF2B5EF4-FFF2-40B4-BE49-F238E27FC236}">
                <a16:creationId xmlns:a16="http://schemas.microsoft.com/office/drawing/2014/main" id="{55AD6EE2-0273-A0E2-D478-16289FE8500C}"/>
              </a:ext>
            </a:extLst>
          </p:cNvPr>
          <p:cNvGrpSpPr/>
          <p:nvPr/>
        </p:nvGrpSpPr>
        <p:grpSpPr>
          <a:xfrm>
            <a:off x="4814255" y="5794692"/>
            <a:ext cx="389940" cy="246221"/>
            <a:chOff x="1965117" y="5189845"/>
            <a:chExt cx="389940" cy="246221"/>
          </a:xfrm>
        </p:grpSpPr>
        <p:sp>
          <p:nvSpPr>
            <p:cNvPr id="94" name="Elipse 93">
              <a:extLst>
                <a:ext uri="{FF2B5EF4-FFF2-40B4-BE49-F238E27FC236}">
                  <a16:creationId xmlns:a16="http://schemas.microsoft.com/office/drawing/2014/main" id="{DC153192-5AE4-B122-E266-15847C3F651A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683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95" name="CaixaDeTexto 94">
              <a:extLst>
                <a:ext uri="{FF2B5EF4-FFF2-40B4-BE49-F238E27FC236}">
                  <a16:creationId xmlns:a16="http://schemas.microsoft.com/office/drawing/2014/main" id="{516E6ADB-B74B-06CB-636B-1FDC042455CA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11</a:t>
              </a:r>
              <a:endParaRPr lang="pt-BR" sz="5400" dirty="0"/>
            </a:p>
          </p:txBody>
        </p:sp>
      </p:grpSp>
      <p:grpSp>
        <p:nvGrpSpPr>
          <p:cNvPr id="96" name="Agrupar 95">
            <a:extLst>
              <a:ext uri="{FF2B5EF4-FFF2-40B4-BE49-F238E27FC236}">
                <a16:creationId xmlns:a16="http://schemas.microsoft.com/office/drawing/2014/main" id="{C9D74DDF-EBB3-9F67-63A2-631DA48F45AD}"/>
              </a:ext>
            </a:extLst>
          </p:cNvPr>
          <p:cNvGrpSpPr/>
          <p:nvPr/>
        </p:nvGrpSpPr>
        <p:grpSpPr>
          <a:xfrm>
            <a:off x="4814255" y="5598148"/>
            <a:ext cx="389940" cy="246221"/>
            <a:chOff x="1965117" y="5189845"/>
            <a:chExt cx="389940" cy="246221"/>
          </a:xfrm>
        </p:grpSpPr>
        <p:sp>
          <p:nvSpPr>
            <p:cNvPr id="97" name="Elipse 96">
              <a:extLst>
                <a:ext uri="{FF2B5EF4-FFF2-40B4-BE49-F238E27FC236}">
                  <a16:creationId xmlns:a16="http://schemas.microsoft.com/office/drawing/2014/main" id="{BD647E12-DAA7-75A6-8FD4-1EC10EA1C1F4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49F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98" name="CaixaDeTexto 97">
              <a:extLst>
                <a:ext uri="{FF2B5EF4-FFF2-40B4-BE49-F238E27FC236}">
                  <a16:creationId xmlns:a16="http://schemas.microsoft.com/office/drawing/2014/main" id="{12CBB304-4A24-BE3E-C1AA-C3E39F0B8549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10</a:t>
              </a:r>
              <a:endParaRPr lang="pt-BR" sz="5400" dirty="0"/>
            </a:p>
          </p:txBody>
        </p:sp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8221F432-E530-1FAC-6985-05AB79EFC606}"/>
              </a:ext>
            </a:extLst>
          </p:cNvPr>
          <p:cNvGrpSpPr/>
          <p:nvPr/>
        </p:nvGrpSpPr>
        <p:grpSpPr>
          <a:xfrm>
            <a:off x="4819017" y="5198808"/>
            <a:ext cx="389940" cy="246221"/>
            <a:chOff x="1965117" y="5189845"/>
            <a:chExt cx="389940" cy="246221"/>
          </a:xfrm>
        </p:grpSpPr>
        <p:sp>
          <p:nvSpPr>
            <p:cNvPr id="100" name="Elipse 99">
              <a:extLst>
                <a:ext uri="{FF2B5EF4-FFF2-40B4-BE49-F238E27FC236}">
                  <a16:creationId xmlns:a16="http://schemas.microsoft.com/office/drawing/2014/main" id="{5467B89E-3B24-B592-1A9A-5AD2CC322A56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FF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01" name="CaixaDeTexto 100">
              <a:extLst>
                <a:ext uri="{FF2B5EF4-FFF2-40B4-BE49-F238E27FC236}">
                  <a16:creationId xmlns:a16="http://schemas.microsoft.com/office/drawing/2014/main" id="{A0E1CA4F-F068-4290-BEF4-397E470F4C8D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4</a:t>
              </a:r>
              <a:endParaRPr lang="pt-BR" sz="5400" dirty="0"/>
            </a:p>
          </p:txBody>
        </p:sp>
      </p:grpSp>
      <p:grpSp>
        <p:nvGrpSpPr>
          <p:cNvPr id="102" name="Agrupar 101">
            <a:extLst>
              <a:ext uri="{FF2B5EF4-FFF2-40B4-BE49-F238E27FC236}">
                <a16:creationId xmlns:a16="http://schemas.microsoft.com/office/drawing/2014/main" id="{95D539FE-9D81-B9D7-7640-DFD351788D52}"/>
              </a:ext>
            </a:extLst>
          </p:cNvPr>
          <p:cNvGrpSpPr/>
          <p:nvPr/>
        </p:nvGrpSpPr>
        <p:grpSpPr>
          <a:xfrm>
            <a:off x="4818483" y="5396193"/>
            <a:ext cx="389940" cy="246221"/>
            <a:chOff x="1965117" y="5189845"/>
            <a:chExt cx="389940" cy="246221"/>
          </a:xfrm>
        </p:grpSpPr>
        <p:sp>
          <p:nvSpPr>
            <p:cNvPr id="103" name="Elipse 102">
              <a:extLst>
                <a:ext uri="{FF2B5EF4-FFF2-40B4-BE49-F238E27FC236}">
                  <a16:creationId xmlns:a16="http://schemas.microsoft.com/office/drawing/2014/main" id="{DFA96CF2-94F9-F56F-4DA7-F48B976AB640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CA01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04" name="CaixaDeTexto 103">
              <a:extLst>
                <a:ext uri="{FF2B5EF4-FFF2-40B4-BE49-F238E27FC236}">
                  <a16:creationId xmlns:a16="http://schemas.microsoft.com/office/drawing/2014/main" id="{E756FB1C-052B-68BC-3878-57F9A45F6012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7</a:t>
              </a:r>
              <a:endParaRPr lang="pt-BR" sz="5400" dirty="0"/>
            </a:p>
          </p:txBody>
        </p:sp>
      </p:grpSp>
      <p:sp>
        <p:nvSpPr>
          <p:cNvPr id="105" name="Retângulo 104">
            <a:extLst>
              <a:ext uri="{FF2B5EF4-FFF2-40B4-BE49-F238E27FC236}">
                <a16:creationId xmlns:a16="http://schemas.microsoft.com/office/drawing/2014/main" id="{4F29D10B-C197-1018-B809-32A600C71FFD}"/>
              </a:ext>
            </a:extLst>
          </p:cNvPr>
          <p:cNvSpPr/>
          <p:nvPr/>
        </p:nvSpPr>
        <p:spPr>
          <a:xfrm>
            <a:off x="0" y="4926106"/>
            <a:ext cx="12192000" cy="259976"/>
          </a:xfrm>
          <a:prstGeom prst="rect">
            <a:avLst/>
          </a:prstGeom>
          <a:solidFill>
            <a:srgbClr val="0455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06" name="Agrupar 105">
            <a:extLst>
              <a:ext uri="{FF2B5EF4-FFF2-40B4-BE49-F238E27FC236}">
                <a16:creationId xmlns:a16="http://schemas.microsoft.com/office/drawing/2014/main" id="{9F8F6C41-A7CD-DE95-81D7-5797EE0377A1}"/>
              </a:ext>
            </a:extLst>
          </p:cNvPr>
          <p:cNvGrpSpPr/>
          <p:nvPr/>
        </p:nvGrpSpPr>
        <p:grpSpPr>
          <a:xfrm>
            <a:off x="1798902" y="2549839"/>
            <a:ext cx="805134" cy="2595038"/>
            <a:chOff x="1804833" y="3092204"/>
            <a:chExt cx="805134" cy="2595038"/>
          </a:xfrm>
        </p:grpSpPr>
        <p:sp>
          <p:nvSpPr>
            <p:cNvPr id="107" name="Elipse 106">
              <a:extLst>
                <a:ext uri="{FF2B5EF4-FFF2-40B4-BE49-F238E27FC236}">
                  <a16:creationId xmlns:a16="http://schemas.microsoft.com/office/drawing/2014/main" id="{B7AF38D9-ED95-82B9-6072-FCA3E6B034F7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8" name="CaixaDeTexto 107">
              <a:extLst>
                <a:ext uri="{FF2B5EF4-FFF2-40B4-BE49-F238E27FC236}">
                  <a16:creationId xmlns:a16="http://schemas.microsoft.com/office/drawing/2014/main" id="{54286580-38EF-1545-FB9A-BEBB0267512B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Tucuruvi</a:t>
              </a:r>
            </a:p>
          </p:txBody>
        </p:sp>
      </p:grpSp>
      <p:grpSp>
        <p:nvGrpSpPr>
          <p:cNvPr id="109" name="Agrupar 108">
            <a:extLst>
              <a:ext uri="{FF2B5EF4-FFF2-40B4-BE49-F238E27FC236}">
                <a16:creationId xmlns:a16="http://schemas.microsoft.com/office/drawing/2014/main" id="{9DDA828C-9BE3-AFAA-2917-CCD1DC168CB2}"/>
              </a:ext>
            </a:extLst>
          </p:cNvPr>
          <p:cNvGrpSpPr/>
          <p:nvPr/>
        </p:nvGrpSpPr>
        <p:grpSpPr>
          <a:xfrm>
            <a:off x="2182322" y="2549839"/>
            <a:ext cx="805134" cy="2595038"/>
            <a:chOff x="1804833" y="3092204"/>
            <a:chExt cx="805134" cy="2595038"/>
          </a:xfrm>
        </p:grpSpPr>
        <p:sp>
          <p:nvSpPr>
            <p:cNvPr id="110" name="Elipse 109">
              <a:extLst>
                <a:ext uri="{FF2B5EF4-FFF2-40B4-BE49-F238E27FC236}">
                  <a16:creationId xmlns:a16="http://schemas.microsoft.com/office/drawing/2014/main" id="{7DFE29F7-6AC6-AB0E-CE39-9CEE12F94391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1" name="CaixaDeTexto 110">
              <a:extLst>
                <a:ext uri="{FF2B5EF4-FFF2-40B4-BE49-F238E27FC236}">
                  <a16:creationId xmlns:a16="http://schemas.microsoft.com/office/drawing/2014/main" id="{6AADEC92-E478-559F-28E7-7FCA93F87787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Parada Inglesa</a:t>
              </a:r>
            </a:p>
          </p:txBody>
        </p:sp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D62713B0-ADDB-7318-C54B-2378E49FB8BD}"/>
              </a:ext>
            </a:extLst>
          </p:cNvPr>
          <p:cNvGrpSpPr/>
          <p:nvPr/>
        </p:nvGrpSpPr>
        <p:grpSpPr>
          <a:xfrm>
            <a:off x="2568123" y="2549839"/>
            <a:ext cx="874383" cy="2595038"/>
            <a:chOff x="1804833" y="3092204"/>
            <a:chExt cx="874383" cy="2595038"/>
          </a:xfrm>
        </p:grpSpPr>
        <p:sp>
          <p:nvSpPr>
            <p:cNvPr id="113" name="Elipse 112">
              <a:extLst>
                <a:ext uri="{FF2B5EF4-FFF2-40B4-BE49-F238E27FC236}">
                  <a16:creationId xmlns:a16="http://schemas.microsoft.com/office/drawing/2014/main" id="{C4A2F42C-4314-93F9-C34B-5658DEBB58AB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4" name="CaixaDeTexto 113">
              <a:extLst>
                <a:ext uri="{FF2B5EF4-FFF2-40B4-BE49-F238E27FC236}">
                  <a16:creationId xmlns:a16="http://schemas.microsoft.com/office/drawing/2014/main" id="{825C4CAA-49DA-9A1C-7014-FDC4D384A534}"/>
                </a:ext>
              </a:extLst>
            </p:cNvPr>
            <p:cNvSpPr txBox="1"/>
            <p:nvPr/>
          </p:nvSpPr>
          <p:spPr>
            <a:xfrm rot="18000000">
              <a:off x="1210863" y="4052726"/>
              <a:ext cx="2428875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Jardim São Paulo</a:t>
              </a:r>
            </a:p>
            <a:p>
              <a:r>
                <a:rPr lang="pt-BR" sz="900" dirty="0"/>
                <a:t>Ayrton Senna</a:t>
              </a:r>
            </a:p>
          </p:txBody>
        </p:sp>
      </p:grpSp>
      <p:grpSp>
        <p:nvGrpSpPr>
          <p:cNvPr id="115" name="Agrupar 114">
            <a:extLst>
              <a:ext uri="{FF2B5EF4-FFF2-40B4-BE49-F238E27FC236}">
                <a16:creationId xmlns:a16="http://schemas.microsoft.com/office/drawing/2014/main" id="{BCEA2C65-A8A8-CD64-04E8-F3824D46C23A}"/>
              </a:ext>
            </a:extLst>
          </p:cNvPr>
          <p:cNvGrpSpPr/>
          <p:nvPr/>
        </p:nvGrpSpPr>
        <p:grpSpPr>
          <a:xfrm>
            <a:off x="2953924" y="2549839"/>
            <a:ext cx="805134" cy="2595038"/>
            <a:chOff x="1804833" y="3092204"/>
            <a:chExt cx="805134" cy="2595038"/>
          </a:xfrm>
        </p:grpSpPr>
        <p:sp>
          <p:nvSpPr>
            <p:cNvPr id="116" name="Elipse 115">
              <a:extLst>
                <a:ext uri="{FF2B5EF4-FFF2-40B4-BE49-F238E27FC236}">
                  <a16:creationId xmlns:a16="http://schemas.microsoft.com/office/drawing/2014/main" id="{DBF094D9-5724-56D0-9287-336E3EE7018C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7" name="CaixaDeTexto 116">
              <a:extLst>
                <a:ext uri="{FF2B5EF4-FFF2-40B4-BE49-F238E27FC236}">
                  <a16:creationId xmlns:a16="http://schemas.microsoft.com/office/drawing/2014/main" id="{080667B0-512F-8193-FC93-66CA92F5B65D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Santana</a:t>
              </a:r>
            </a:p>
          </p:txBody>
        </p:sp>
      </p:grpSp>
      <p:grpSp>
        <p:nvGrpSpPr>
          <p:cNvPr id="118" name="Agrupar 117">
            <a:extLst>
              <a:ext uri="{FF2B5EF4-FFF2-40B4-BE49-F238E27FC236}">
                <a16:creationId xmlns:a16="http://schemas.microsoft.com/office/drawing/2014/main" id="{07B4AEEB-64B8-E4D2-F764-FEF59A00203F}"/>
              </a:ext>
            </a:extLst>
          </p:cNvPr>
          <p:cNvGrpSpPr/>
          <p:nvPr/>
        </p:nvGrpSpPr>
        <p:grpSpPr>
          <a:xfrm>
            <a:off x="3339725" y="2549839"/>
            <a:ext cx="805134" cy="2595038"/>
            <a:chOff x="1804833" y="3092204"/>
            <a:chExt cx="805134" cy="2595038"/>
          </a:xfrm>
        </p:grpSpPr>
        <p:sp>
          <p:nvSpPr>
            <p:cNvPr id="119" name="Elipse 118">
              <a:extLst>
                <a:ext uri="{FF2B5EF4-FFF2-40B4-BE49-F238E27FC236}">
                  <a16:creationId xmlns:a16="http://schemas.microsoft.com/office/drawing/2014/main" id="{3CE76E47-BF42-B3DA-6735-86A8F187409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0" name="CaixaDeTexto 119">
              <a:extLst>
                <a:ext uri="{FF2B5EF4-FFF2-40B4-BE49-F238E27FC236}">
                  <a16:creationId xmlns:a16="http://schemas.microsoft.com/office/drawing/2014/main" id="{52871308-DF89-553C-7582-C0B886949902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Carandiru</a:t>
              </a:r>
            </a:p>
          </p:txBody>
        </p:sp>
      </p:grpSp>
      <p:grpSp>
        <p:nvGrpSpPr>
          <p:cNvPr id="121" name="Agrupar 120">
            <a:extLst>
              <a:ext uri="{FF2B5EF4-FFF2-40B4-BE49-F238E27FC236}">
                <a16:creationId xmlns:a16="http://schemas.microsoft.com/office/drawing/2014/main" id="{4AB042E4-DDFA-8810-B22C-D87EF1CCC354}"/>
              </a:ext>
            </a:extLst>
          </p:cNvPr>
          <p:cNvGrpSpPr/>
          <p:nvPr/>
        </p:nvGrpSpPr>
        <p:grpSpPr>
          <a:xfrm>
            <a:off x="3725526" y="2549839"/>
            <a:ext cx="805134" cy="2595038"/>
            <a:chOff x="1804833" y="3092204"/>
            <a:chExt cx="805134" cy="2595038"/>
          </a:xfrm>
        </p:grpSpPr>
        <p:sp>
          <p:nvSpPr>
            <p:cNvPr id="122" name="Elipse 121">
              <a:extLst>
                <a:ext uri="{FF2B5EF4-FFF2-40B4-BE49-F238E27FC236}">
                  <a16:creationId xmlns:a16="http://schemas.microsoft.com/office/drawing/2014/main" id="{B9845B1C-B3CC-4E66-67D8-008BB93E7B6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3" name="CaixaDeTexto 122">
              <a:extLst>
                <a:ext uri="{FF2B5EF4-FFF2-40B4-BE49-F238E27FC236}">
                  <a16:creationId xmlns:a16="http://schemas.microsoft.com/office/drawing/2014/main" id="{EC196BF0-46E8-48B3-C1DE-EDE9DBFE09B2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Portuguesa Tietê</a:t>
              </a:r>
            </a:p>
          </p:txBody>
        </p:sp>
      </p:grpSp>
      <p:grpSp>
        <p:nvGrpSpPr>
          <p:cNvPr id="124" name="Agrupar 123">
            <a:extLst>
              <a:ext uri="{FF2B5EF4-FFF2-40B4-BE49-F238E27FC236}">
                <a16:creationId xmlns:a16="http://schemas.microsoft.com/office/drawing/2014/main" id="{E3C787AF-47DD-630E-6FEC-DC41B73B209C}"/>
              </a:ext>
            </a:extLst>
          </p:cNvPr>
          <p:cNvGrpSpPr/>
          <p:nvPr/>
        </p:nvGrpSpPr>
        <p:grpSpPr>
          <a:xfrm>
            <a:off x="4108946" y="2549839"/>
            <a:ext cx="805134" cy="2595038"/>
            <a:chOff x="1804833" y="3092204"/>
            <a:chExt cx="805134" cy="2595038"/>
          </a:xfrm>
        </p:grpSpPr>
        <p:sp>
          <p:nvSpPr>
            <p:cNvPr id="125" name="Elipse 124">
              <a:extLst>
                <a:ext uri="{FF2B5EF4-FFF2-40B4-BE49-F238E27FC236}">
                  <a16:creationId xmlns:a16="http://schemas.microsoft.com/office/drawing/2014/main" id="{14CC81D2-75B9-F47C-4308-E3900EDBEC63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6" name="CaixaDeTexto 125">
              <a:extLst>
                <a:ext uri="{FF2B5EF4-FFF2-40B4-BE49-F238E27FC236}">
                  <a16:creationId xmlns:a16="http://schemas.microsoft.com/office/drawing/2014/main" id="{F411B2B7-C6C2-BD58-9E80-CD8527FC932A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Armênia</a:t>
              </a:r>
            </a:p>
          </p:txBody>
        </p:sp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A9036947-EF85-0630-9D51-50EBBD7BE672}"/>
              </a:ext>
            </a:extLst>
          </p:cNvPr>
          <p:cNvGrpSpPr/>
          <p:nvPr/>
        </p:nvGrpSpPr>
        <p:grpSpPr>
          <a:xfrm>
            <a:off x="4492366" y="2549839"/>
            <a:ext cx="805134" cy="2595038"/>
            <a:chOff x="1804833" y="3092204"/>
            <a:chExt cx="805134" cy="2595038"/>
          </a:xfrm>
        </p:grpSpPr>
        <p:sp>
          <p:nvSpPr>
            <p:cNvPr id="128" name="Elipse 127">
              <a:extLst>
                <a:ext uri="{FF2B5EF4-FFF2-40B4-BE49-F238E27FC236}">
                  <a16:creationId xmlns:a16="http://schemas.microsoft.com/office/drawing/2014/main" id="{27E96D3E-A680-734F-1809-2D6E56D04494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9" name="CaixaDeTexto 128">
              <a:extLst>
                <a:ext uri="{FF2B5EF4-FFF2-40B4-BE49-F238E27FC236}">
                  <a16:creationId xmlns:a16="http://schemas.microsoft.com/office/drawing/2014/main" id="{1BFCEFDA-10CB-CE86-1C07-FDED9452EABE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Tiradentes</a:t>
              </a:r>
            </a:p>
          </p:txBody>
        </p:sp>
      </p:grpSp>
      <p:grpSp>
        <p:nvGrpSpPr>
          <p:cNvPr id="130" name="Agrupar 129">
            <a:extLst>
              <a:ext uri="{FF2B5EF4-FFF2-40B4-BE49-F238E27FC236}">
                <a16:creationId xmlns:a16="http://schemas.microsoft.com/office/drawing/2014/main" id="{B8E56239-EEFB-AC2D-49F7-F6A5143BECA7}"/>
              </a:ext>
            </a:extLst>
          </p:cNvPr>
          <p:cNvGrpSpPr/>
          <p:nvPr/>
        </p:nvGrpSpPr>
        <p:grpSpPr>
          <a:xfrm>
            <a:off x="4875786" y="2549839"/>
            <a:ext cx="805134" cy="2595038"/>
            <a:chOff x="1804833" y="3092204"/>
            <a:chExt cx="805134" cy="2595038"/>
          </a:xfrm>
        </p:grpSpPr>
        <p:sp>
          <p:nvSpPr>
            <p:cNvPr id="131" name="Elipse 130">
              <a:extLst>
                <a:ext uri="{FF2B5EF4-FFF2-40B4-BE49-F238E27FC236}">
                  <a16:creationId xmlns:a16="http://schemas.microsoft.com/office/drawing/2014/main" id="{7865502D-08FF-AC12-A6D9-BEC6B582B743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2" name="CaixaDeTexto 131">
              <a:extLst>
                <a:ext uri="{FF2B5EF4-FFF2-40B4-BE49-F238E27FC236}">
                  <a16:creationId xmlns:a16="http://schemas.microsoft.com/office/drawing/2014/main" id="{7374ABF7-6F0D-C8FC-E3D6-EE2617F867E6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Luz</a:t>
              </a:r>
            </a:p>
          </p:txBody>
        </p:sp>
      </p:grp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05ECF571-8721-E13B-7EBB-B9907C89A714}"/>
              </a:ext>
            </a:extLst>
          </p:cNvPr>
          <p:cNvGrpSpPr/>
          <p:nvPr/>
        </p:nvGrpSpPr>
        <p:grpSpPr>
          <a:xfrm>
            <a:off x="5259975" y="2549839"/>
            <a:ext cx="805134" cy="2595038"/>
            <a:chOff x="1804833" y="3092204"/>
            <a:chExt cx="805134" cy="2595038"/>
          </a:xfrm>
        </p:grpSpPr>
        <p:sp>
          <p:nvSpPr>
            <p:cNvPr id="134" name="Elipse 133">
              <a:extLst>
                <a:ext uri="{FF2B5EF4-FFF2-40B4-BE49-F238E27FC236}">
                  <a16:creationId xmlns:a16="http://schemas.microsoft.com/office/drawing/2014/main" id="{2F0200D1-4877-C196-3EFD-D2868C975EF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5" name="CaixaDeTexto 134">
              <a:extLst>
                <a:ext uri="{FF2B5EF4-FFF2-40B4-BE49-F238E27FC236}">
                  <a16:creationId xmlns:a16="http://schemas.microsoft.com/office/drawing/2014/main" id="{C1AC7B58-8FB5-7AAD-DC4E-F7953F552F12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São Bento</a:t>
              </a:r>
            </a:p>
          </p:txBody>
        </p:sp>
      </p:grpSp>
      <p:grpSp>
        <p:nvGrpSpPr>
          <p:cNvPr id="136" name="Agrupar 135">
            <a:extLst>
              <a:ext uri="{FF2B5EF4-FFF2-40B4-BE49-F238E27FC236}">
                <a16:creationId xmlns:a16="http://schemas.microsoft.com/office/drawing/2014/main" id="{4DCA1FF0-B7D3-5586-F26A-0620F8A9A362}"/>
              </a:ext>
            </a:extLst>
          </p:cNvPr>
          <p:cNvGrpSpPr/>
          <p:nvPr/>
        </p:nvGrpSpPr>
        <p:grpSpPr>
          <a:xfrm>
            <a:off x="5645776" y="2549839"/>
            <a:ext cx="805134" cy="2595038"/>
            <a:chOff x="1804833" y="3092204"/>
            <a:chExt cx="805134" cy="2595038"/>
          </a:xfrm>
        </p:grpSpPr>
        <p:sp>
          <p:nvSpPr>
            <p:cNvPr id="137" name="Elipse 136">
              <a:extLst>
                <a:ext uri="{FF2B5EF4-FFF2-40B4-BE49-F238E27FC236}">
                  <a16:creationId xmlns:a16="http://schemas.microsoft.com/office/drawing/2014/main" id="{313F80BB-64D0-B732-00EA-DE7EC612B873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8" name="CaixaDeTexto 137">
              <a:extLst>
                <a:ext uri="{FF2B5EF4-FFF2-40B4-BE49-F238E27FC236}">
                  <a16:creationId xmlns:a16="http://schemas.microsoft.com/office/drawing/2014/main" id="{DC527C1F-7E65-3D2A-BB2D-945A7F00FBA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Sé</a:t>
              </a:r>
            </a:p>
          </p:txBody>
        </p:sp>
      </p:grpSp>
      <p:grpSp>
        <p:nvGrpSpPr>
          <p:cNvPr id="139" name="Agrupar 138">
            <a:extLst>
              <a:ext uri="{FF2B5EF4-FFF2-40B4-BE49-F238E27FC236}">
                <a16:creationId xmlns:a16="http://schemas.microsoft.com/office/drawing/2014/main" id="{C39E356D-6C85-0229-B5ED-8F0BF43151D4}"/>
              </a:ext>
            </a:extLst>
          </p:cNvPr>
          <p:cNvGrpSpPr/>
          <p:nvPr/>
        </p:nvGrpSpPr>
        <p:grpSpPr>
          <a:xfrm>
            <a:off x="6031577" y="2549839"/>
            <a:ext cx="805134" cy="2595038"/>
            <a:chOff x="1804833" y="3092204"/>
            <a:chExt cx="805134" cy="2595038"/>
          </a:xfrm>
        </p:grpSpPr>
        <p:sp>
          <p:nvSpPr>
            <p:cNvPr id="140" name="Elipse 139">
              <a:extLst>
                <a:ext uri="{FF2B5EF4-FFF2-40B4-BE49-F238E27FC236}">
                  <a16:creationId xmlns:a16="http://schemas.microsoft.com/office/drawing/2014/main" id="{BC8433ED-6C9F-02C9-658A-F67E1FB8EC32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1" name="CaixaDeTexto 140">
              <a:extLst>
                <a:ext uri="{FF2B5EF4-FFF2-40B4-BE49-F238E27FC236}">
                  <a16:creationId xmlns:a16="http://schemas.microsoft.com/office/drawing/2014/main" id="{1808B651-071E-56AD-6A90-034CE97D40AD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Japão - Liberdade</a:t>
              </a:r>
            </a:p>
          </p:txBody>
        </p:sp>
      </p:grpSp>
      <p:grpSp>
        <p:nvGrpSpPr>
          <p:cNvPr id="142" name="Agrupar 141">
            <a:extLst>
              <a:ext uri="{FF2B5EF4-FFF2-40B4-BE49-F238E27FC236}">
                <a16:creationId xmlns:a16="http://schemas.microsoft.com/office/drawing/2014/main" id="{11684FD2-A888-879F-AB0B-6EE7E5EC456D}"/>
              </a:ext>
            </a:extLst>
          </p:cNvPr>
          <p:cNvGrpSpPr/>
          <p:nvPr/>
        </p:nvGrpSpPr>
        <p:grpSpPr>
          <a:xfrm>
            <a:off x="6417959" y="2549839"/>
            <a:ext cx="805134" cy="2595038"/>
            <a:chOff x="1804833" y="3092204"/>
            <a:chExt cx="805134" cy="2595038"/>
          </a:xfrm>
        </p:grpSpPr>
        <p:sp>
          <p:nvSpPr>
            <p:cNvPr id="143" name="Elipse 142">
              <a:extLst>
                <a:ext uri="{FF2B5EF4-FFF2-40B4-BE49-F238E27FC236}">
                  <a16:creationId xmlns:a16="http://schemas.microsoft.com/office/drawing/2014/main" id="{BEE0D638-3F5D-D22D-CD9A-8359BACEBA6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4" name="CaixaDeTexto 143">
              <a:extLst>
                <a:ext uri="{FF2B5EF4-FFF2-40B4-BE49-F238E27FC236}">
                  <a16:creationId xmlns:a16="http://schemas.microsoft.com/office/drawing/2014/main" id="{C3942225-92BB-06B3-E6DB-01BA07865E4A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São Joaquim</a:t>
              </a:r>
            </a:p>
          </p:txBody>
        </p:sp>
      </p:grpSp>
      <p:grpSp>
        <p:nvGrpSpPr>
          <p:cNvPr id="145" name="Agrupar 144">
            <a:extLst>
              <a:ext uri="{FF2B5EF4-FFF2-40B4-BE49-F238E27FC236}">
                <a16:creationId xmlns:a16="http://schemas.microsoft.com/office/drawing/2014/main" id="{FB032CAC-1EA0-C21C-8DEB-4DF7836BA238}"/>
              </a:ext>
            </a:extLst>
          </p:cNvPr>
          <p:cNvGrpSpPr/>
          <p:nvPr/>
        </p:nvGrpSpPr>
        <p:grpSpPr>
          <a:xfrm>
            <a:off x="6803760" y="2549840"/>
            <a:ext cx="874383" cy="2595037"/>
            <a:chOff x="1804833" y="3092205"/>
            <a:chExt cx="874383" cy="2595037"/>
          </a:xfrm>
        </p:grpSpPr>
        <p:sp>
          <p:nvSpPr>
            <p:cNvPr id="146" name="Elipse 145">
              <a:extLst>
                <a:ext uri="{FF2B5EF4-FFF2-40B4-BE49-F238E27FC236}">
                  <a16:creationId xmlns:a16="http://schemas.microsoft.com/office/drawing/2014/main" id="{43A0F011-2652-DBD9-6AEE-3D0D96FABC20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7" name="CaixaDeTexto 146">
              <a:extLst>
                <a:ext uri="{FF2B5EF4-FFF2-40B4-BE49-F238E27FC236}">
                  <a16:creationId xmlns:a16="http://schemas.microsoft.com/office/drawing/2014/main" id="{B6D1BC3F-90EE-68D4-FBEB-A1C51ADE59A8}"/>
                </a:ext>
              </a:extLst>
            </p:cNvPr>
            <p:cNvSpPr txBox="1"/>
            <p:nvPr/>
          </p:nvSpPr>
          <p:spPr>
            <a:xfrm rot="18000000">
              <a:off x="1210863" y="4052727"/>
              <a:ext cx="2428875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Vergueiro</a:t>
              </a:r>
            </a:p>
            <a:p>
              <a:r>
                <a:rPr lang="pt-BR" sz="900" dirty="0"/>
                <a:t>Sebrae</a:t>
              </a:r>
            </a:p>
          </p:txBody>
        </p:sp>
      </p:grpSp>
      <p:grpSp>
        <p:nvGrpSpPr>
          <p:cNvPr id="148" name="Agrupar 147">
            <a:extLst>
              <a:ext uri="{FF2B5EF4-FFF2-40B4-BE49-F238E27FC236}">
                <a16:creationId xmlns:a16="http://schemas.microsoft.com/office/drawing/2014/main" id="{F7D610E9-BA49-93B6-B848-DE5F9090592A}"/>
              </a:ext>
            </a:extLst>
          </p:cNvPr>
          <p:cNvGrpSpPr/>
          <p:nvPr/>
        </p:nvGrpSpPr>
        <p:grpSpPr>
          <a:xfrm>
            <a:off x="7189559" y="2549839"/>
            <a:ext cx="805134" cy="2595038"/>
            <a:chOff x="1804833" y="3092204"/>
            <a:chExt cx="805134" cy="2595038"/>
          </a:xfrm>
        </p:grpSpPr>
        <p:sp>
          <p:nvSpPr>
            <p:cNvPr id="149" name="Elipse 148">
              <a:extLst>
                <a:ext uri="{FF2B5EF4-FFF2-40B4-BE49-F238E27FC236}">
                  <a16:creationId xmlns:a16="http://schemas.microsoft.com/office/drawing/2014/main" id="{33A11F7C-6E41-0494-538C-004EDE1727FB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0" name="CaixaDeTexto 149">
              <a:extLst>
                <a:ext uri="{FF2B5EF4-FFF2-40B4-BE49-F238E27FC236}">
                  <a16:creationId xmlns:a16="http://schemas.microsoft.com/office/drawing/2014/main" id="{EB88C3CB-7CE4-5EC3-4679-2AD67D31B89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Paraíso</a:t>
              </a:r>
            </a:p>
          </p:txBody>
        </p:sp>
      </p:grpSp>
      <p:grpSp>
        <p:nvGrpSpPr>
          <p:cNvPr id="151" name="Agrupar 150">
            <a:extLst>
              <a:ext uri="{FF2B5EF4-FFF2-40B4-BE49-F238E27FC236}">
                <a16:creationId xmlns:a16="http://schemas.microsoft.com/office/drawing/2014/main" id="{95CCBA8A-9560-FB92-E8E8-3760B9F368F9}"/>
              </a:ext>
            </a:extLst>
          </p:cNvPr>
          <p:cNvGrpSpPr/>
          <p:nvPr/>
        </p:nvGrpSpPr>
        <p:grpSpPr>
          <a:xfrm>
            <a:off x="7575165" y="2549839"/>
            <a:ext cx="805134" cy="2595038"/>
            <a:chOff x="1804833" y="3092204"/>
            <a:chExt cx="805134" cy="2595038"/>
          </a:xfrm>
        </p:grpSpPr>
        <p:sp>
          <p:nvSpPr>
            <p:cNvPr id="152" name="Elipse 151">
              <a:extLst>
                <a:ext uri="{FF2B5EF4-FFF2-40B4-BE49-F238E27FC236}">
                  <a16:creationId xmlns:a16="http://schemas.microsoft.com/office/drawing/2014/main" id="{3825B8D4-BA6A-01E0-FC23-B05099D47B2C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3" name="CaixaDeTexto 152">
              <a:extLst>
                <a:ext uri="{FF2B5EF4-FFF2-40B4-BE49-F238E27FC236}">
                  <a16:creationId xmlns:a16="http://schemas.microsoft.com/office/drawing/2014/main" id="{50CE2C2A-10B7-8537-AA71-3FD1CCBBBE01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Ana Rosa</a:t>
              </a:r>
            </a:p>
          </p:txBody>
        </p:sp>
      </p:grpSp>
      <p:grpSp>
        <p:nvGrpSpPr>
          <p:cNvPr id="154" name="Agrupar 153">
            <a:extLst>
              <a:ext uri="{FF2B5EF4-FFF2-40B4-BE49-F238E27FC236}">
                <a16:creationId xmlns:a16="http://schemas.microsoft.com/office/drawing/2014/main" id="{7E242363-70D4-3186-85C2-DB64800D9DE5}"/>
              </a:ext>
            </a:extLst>
          </p:cNvPr>
          <p:cNvGrpSpPr/>
          <p:nvPr/>
        </p:nvGrpSpPr>
        <p:grpSpPr>
          <a:xfrm>
            <a:off x="7960964" y="2549839"/>
            <a:ext cx="805134" cy="2595038"/>
            <a:chOff x="1804833" y="3092204"/>
            <a:chExt cx="805134" cy="2595038"/>
          </a:xfrm>
        </p:grpSpPr>
        <p:sp>
          <p:nvSpPr>
            <p:cNvPr id="155" name="Elipse 154">
              <a:extLst>
                <a:ext uri="{FF2B5EF4-FFF2-40B4-BE49-F238E27FC236}">
                  <a16:creationId xmlns:a16="http://schemas.microsoft.com/office/drawing/2014/main" id="{E81659F5-2D4F-8EE8-A153-0DF8F1236E26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6" name="CaixaDeTexto 155">
              <a:extLst>
                <a:ext uri="{FF2B5EF4-FFF2-40B4-BE49-F238E27FC236}">
                  <a16:creationId xmlns:a16="http://schemas.microsoft.com/office/drawing/2014/main" id="{73136249-C57F-08A5-18C7-B6DDB6727399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Vila Mariana</a:t>
              </a:r>
            </a:p>
          </p:txBody>
        </p:sp>
      </p:grpSp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1E2FD651-A693-D5F7-0C36-28C83C08E732}"/>
              </a:ext>
            </a:extLst>
          </p:cNvPr>
          <p:cNvGrpSpPr/>
          <p:nvPr/>
        </p:nvGrpSpPr>
        <p:grpSpPr>
          <a:xfrm>
            <a:off x="8346769" y="2549839"/>
            <a:ext cx="805134" cy="2595038"/>
            <a:chOff x="1804833" y="3092204"/>
            <a:chExt cx="805134" cy="2595038"/>
          </a:xfrm>
        </p:grpSpPr>
        <p:sp>
          <p:nvSpPr>
            <p:cNvPr id="158" name="Elipse 157">
              <a:extLst>
                <a:ext uri="{FF2B5EF4-FFF2-40B4-BE49-F238E27FC236}">
                  <a16:creationId xmlns:a16="http://schemas.microsoft.com/office/drawing/2014/main" id="{B427C186-6A41-840F-F105-DD9751F5A215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9" name="CaixaDeTexto 158">
              <a:extLst>
                <a:ext uri="{FF2B5EF4-FFF2-40B4-BE49-F238E27FC236}">
                  <a16:creationId xmlns:a16="http://schemas.microsoft.com/office/drawing/2014/main" id="{2E7E35B9-0A87-3FF3-AD9E-32BAF40D0866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Santa Cruz</a:t>
              </a:r>
            </a:p>
          </p:txBody>
        </p:sp>
      </p:grpSp>
      <p:grpSp>
        <p:nvGrpSpPr>
          <p:cNvPr id="160" name="Agrupar 159">
            <a:extLst>
              <a:ext uri="{FF2B5EF4-FFF2-40B4-BE49-F238E27FC236}">
                <a16:creationId xmlns:a16="http://schemas.microsoft.com/office/drawing/2014/main" id="{0491E1DB-E693-4E20-7E59-07FA70A8D501}"/>
              </a:ext>
            </a:extLst>
          </p:cNvPr>
          <p:cNvGrpSpPr/>
          <p:nvPr/>
        </p:nvGrpSpPr>
        <p:grpSpPr>
          <a:xfrm>
            <a:off x="8732779" y="2549839"/>
            <a:ext cx="805134" cy="2595038"/>
            <a:chOff x="1804833" y="3092204"/>
            <a:chExt cx="805134" cy="2595038"/>
          </a:xfrm>
        </p:grpSpPr>
        <p:sp>
          <p:nvSpPr>
            <p:cNvPr id="161" name="Elipse 160">
              <a:extLst>
                <a:ext uri="{FF2B5EF4-FFF2-40B4-BE49-F238E27FC236}">
                  <a16:creationId xmlns:a16="http://schemas.microsoft.com/office/drawing/2014/main" id="{94AE1024-53F2-341D-31B9-B888AA1E3DE7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2" name="CaixaDeTexto 161">
              <a:extLst>
                <a:ext uri="{FF2B5EF4-FFF2-40B4-BE49-F238E27FC236}">
                  <a16:creationId xmlns:a16="http://schemas.microsoft.com/office/drawing/2014/main" id="{793B12D0-7B4E-808E-BE01-CD0804EAD51A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Praça da Árvore</a:t>
              </a:r>
            </a:p>
          </p:txBody>
        </p:sp>
      </p:grpSp>
      <p:grpSp>
        <p:nvGrpSpPr>
          <p:cNvPr id="163" name="Agrupar 162">
            <a:extLst>
              <a:ext uri="{FF2B5EF4-FFF2-40B4-BE49-F238E27FC236}">
                <a16:creationId xmlns:a16="http://schemas.microsoft.com/office/drawing/2014/main" id="{ECADCE5A-249C-B563-F42B-3FD32DB97AFF}"/>
              </a:ext>
            </a:extLst>
          </p:cNvPr>
          <p:cNvGrpSpPr/>
          <p:nvPr/>
        </p:nvGrpSpPr>
        <p:grpSpPr>
          <a:xfrm>
            <a:off x="9118580" y="2549839"/>
            <a:ext cx="874383" cy="2595038"/>
            <a:chOff x="1804833" y="3092204"/>
            <a:chExt cx="874383" cy="2595038"/>
          </a:xfrm>
        </p:grpSpPr>
        <p:sp>
          <p:nvSpPr>
            <p:cNvPr id="164" name="Elipse 163">
              <a:extLst>
                <a:ext uri="{FF2B5EF4-FFF2-40B4-BE49-F238E27FC236}">
                  <a16:creationId xmlns:a16="http://schemas.microsoft.com/office/drawing/2014/main" id="{22CE2841-5005-81B8-4522-CC6065C7D2C3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5" name="CaixaDeTexto 164">
              <a:extLst>
                <a:ext uri="{FF2B5EF4-FFF2-40B4-BE49-F238E27FC236}">
                  <a16:creationId xmlns:a16="http://schemas.microsoft.com/office/drawing/2014/main" id="{6461ADFE-937E-DEF8-F835-5C3C605BE650}"/>
                </a:ext>
              </a:extLst>
            </p:cNvPr>
            <p:cNvSpPr txBox="1"/>
            <p:nvPr/>
          </p:nvSpPr>
          <p:spPr>
            <a:xfrm rot="18000000">
              <a:off x="1210863" y="4052726"/>
              <a:ext cx="2428875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Saúde</a:t>
              </a:r>
            </a:p>
            <a:p>
              <a:r>
                <a:rPr lang="pt-BR" sz="900" dirty="0" err="1"/>
                <a:t>Ultrafarma</a:t>
              </a:r>
              <a:endParaRPr lang="pt-BR" sz="900" dirty="0"/>
            </a:p>
          </p:txBody>
        </p:sp>
      </p:grp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A644B6ED-FA0C-FF2B-5C0A-FB7AEE1AF4F9}"/>
              </a:ext>
            </a:extLst>
          </p:cNvPr>
          <p:cNvGrpSpPr/>
          <p:nvPr/>
        </p:nvGrpSpPr>
        <p:grpSpPr>
          <a:xfrm>
            <a:off x="9504378" y="2549839"/>
            <a:ext cx="805134" cy="2595038"/>
            <a:chOff x="1804833" y="3092204"/>
            <a:chExt cx="805134" cy="2595038"/>
          </a:xfrm>
        </p:grpSpPr>
        <p:sp>
          <p:nvSpPr>
            <p:cNvPr id="167" name="Elipse 166">
              <a:extLst>
                <a:ext uri="{FF2B5EF4-FFF2-40B4-BE49-F238E27FC236}">
                  <a16:creationId xmlns:a16="http://schemas.microsoft.com/office/drawing/2014/main" id="{9E87D012-3872-D564-328C-0177CD9883B5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8" name="CaixaDeTexto 167">
              <a:extLst>
                <a:ext uri="{FF2B5EF4-FFF2-40B4-BE49-F238E27FC236}">
                  <a16:creationId xmlns:a16="http://schemas.microsoft.com/office/drawing/2014/main" id="{C8AA0A22-E07A-4DEF-E5A7-2007BD9FC02A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São Judas</a:t>
              </a:r>
            </a:p>
          </p:txBody>
        </p:sp>
      </p:grpSp>
      <p:grpSp>
        <p:nvGrpSpPr>
          <p:cNvPr id="169" name="Agrupar 168">
            <a:extLst>
              <a:ext uri="{FF2B5EF4-FFF2-40B4-BE49-F238E27FC236}">
                <a16:creationId xmlns:a16="http://schemas.microsoft.com/office/drawing/2014/main" id="{4FEF4773-9B54-F8F9-BDC1-775A92402771}"/>
              </a:ext>
            </a:extLst>
          </p:cNvPr>
          <p:cNvGrpSpPr/>
          <p:nvPr/>
        </p:nvGrpSpPr>
        <p:grpSpPr>
          <a:xfrm>
            <a:off x="9890415" y="2549839"/>
            <a:ext cx="805134" cy="2595038"/>
            <a:chOff x="1804833" y="3092204"/>
            <a:chExt cx="805134" cy="2595038"/>
          </a:xfrm>
        </p:grpSpPr>
        <p:sp>
          <p:nvSpPr>
            <p:cNvPr id="170" name="Elipse 169">
              <a:extLst>
                <a:ext uri="{FF2B5EF4-FFF2-40B4-BE49-F238E27FC236}">
                  <a16:creationId xmlns:a16="http://schemas.microsoft.com/office/drawing/2014/main" id="{EE97004E-DCD0-219C-C6F5-AF4D886A8CD8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1" name="CaixaDeTexto 170">
              <a:extLst>
                <a:ext uri="{FF2B5EF4-FFF2-40B4-BE49-F238E27FC236}">
                  <a16:creationId xmlns:a16="http://schemas.microsoft.com/office/drawing/2014/main" id="{29C70500-E2D6-A105-359E-19D0477941D8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Conceição</a:t>
              </a:r>
            </a:p>
          </p:txBody>
        </p:sp>
      </p:grpSp>
      <p:grpSp>
        <p:nvGrpSpPr>
          <p:cNvPr id="172" name="Agrupar 171">
            <a:extLst>
              <a:ext uri="{FF2B5EF4-FFF2-40B4-BE49-F238E27FC236}">
                <a16:creationId xmlns:a16="http://schemas.microsoft.com/office/drawing/2014/main" id="{F2ECC5AC-14E6-E465-95A5-83766BB4CC1F}"/>
              </a:ext>
            </a:extLst>
          </p:cNvPr>
          <p:cNvGrpSpPr/>
          <p:nvPr/>
        </p:nvGrpSpPr>
        <p:grpSpPr>
          <a:xfrm>
            <a:off x="10276214" y="2549840"/>
            <a:ext cx="874383" cy="2595037"/>
            <a:chOff x="1804833" y="3092205"/>
            <a:chExt cx="874383" cy="2595037"/>
          </a:xfrm>
        </p:grpSpPr>
        <p:sp>
          <p:nvSpPr>
            <p:cNvPr id="173" name="Elipse 172">
              <a:extLst>
                <a:ext uri="{FF2B5EF4-FFF2-40B4-BE49-F238E27FC236}">
                  <a16:creationId xmlns:a16="http://schemas.microsoft.com/office/drawing/2014/main" id="{F55E6AFF-3B32-A0BC-E5E8-05E106994557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4" name="CaixaDeTexto 173">
              <a:extLst>
                <a:ext uri="{FF2B5EF4-FFF2-40B4-BE49-F238E27FC236}">
                  <a16:creationId xmlns:a16="http://schemas.microsoft.com/office/drawing/2014/main" id="{9C7CF895-E667-919F-78C6-1C4D5EB2EB93}"/>
                </a:ext>
              </a:extLst>
            </p:cNvPr>
            <p:cNvSpPr txBox="1"/>
            <p:nvPr/>
          </p:nvSpPr>
          <p:spPr>
            <a:xfrm rot="18000000">
              <a:off x="1210863" y="4052727"/>
              <a:ext cx="2428875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Jabaquara</a:t>
              </a:r>
            </a:p>
            <a:p>
              <a:r>
                <a:rPr lang="pt-BR" sz="900" dirty="0"/>
                <a:t>Comitê Paralímpico Brasileiro</a:t>
              </a:r>
            </a:p>
          </p:txBody>
        </p:sp>
      </p:grpSp>
      <p:grpSp>
        <p:nvGrpSpPr>
          <p:cNvPr id="181" name="Agrupar 180">
            <a:extLst>
              <a:ext uri="{FF2B5EF4-FFF2-40B4-BE49-F238E27FC236}">
                <a16:creationId xmlns:a16="http://schemas.microsoft.com/office/drawing/2014/main" id="{1CAC0A4C-9623-E7EC-34E6-37F837E07111}"/>
              </a:ext>
            </a:extLst>
          </p:cNvPr>
          <p:cNvGrpSpPr/>
          <p:nvPr/>
        </p:nvGrpSpPr>
        <p:grpSpPr>
          <a:xfrm>
            <a:off x="5587637" y="5198808"/>
            <a:ext cx="389940" cy="246221"/>
            <a:chOff x="1965117" y="5189845"/>
            <a:chExt cx="389940" cy="246221"/>
          </a:xfrm>
        </p:grpSpPr>
        <p:sp>
          <p:nvSpPr>
            <p:cNvPr id="182" name="Elipse 181">
              <a:extLst>
                <a:ext uri="{FF2B5EF4-FFF2-40B4-BE49-F238E27FC236}">
                  <a16:creationId xmlns:a16="http://schemas.microsoft.com/office/drawing/2014/main" id="{4FB9A6B0-B0C6-F784-0CD8-E01ADDD3ED4D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EE37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83" name="CaixaDeTexto 182">
              <a:extLst>
                <a:ext uri="{FF2B5EF4-FFF2-40B4-BE49-F238E27FC236}">
                  <a16:creationId xmlns:a16="http://schemas.microsoft.com/office/drawing/2014/main" id="{A1BC5C96-5135-A4C2-51AE-117FF5F6D488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3</a:t>
              </a:r>
              <a:endParaRPr lang="pt-BR" sz="5400" dirty="0"/>
            </a:p>
          </p:txBody>
        </p:sp>
      </p:grpSp>
      <p:grpSp>
        <p:nvGrpSpPr>
          <p:cNvPr id="184" name="Agrupar 183">
            <a:extLst>
              <a:ext uri="{FF2B5EF4-FFF2-40B4-BE49-F238E27FC236}">
                <a16:creationId xmlns:a16="http://schemas.microsoft.com/office/drawing/2014/main" id="{BA589538-0C86-B61F-46BA-9DA1929E4FDB}"/>
              </a:ext>
            </a:extLst>
          </p:cNvPr>
          <p:cNvGrpSpPr/>
          <p:nvPr/>
        </p:nvGrpSpPr>
        <p:grpSpPr>
          <a:xfrm>
            <a:off x="7126757" y="5198808"/>
            <a:ext cx="389940" cy="246221"/>
            <a:chOff x="1965117" y="5189845"/>
            <a:chExt cx="389940" cy="246221"/>
          </a:xfrm>
        </p:grpSpPr>
        <p:sp>
          <p:nvSpPr>
            <p:cNvPr id="185" name="Elipse 184">
              <a:extLst>
                <a:ext uri="{FF2B5EF4-FFF2-40B4-BE49-F238E27FC236}">
                  <a16:creationId xmlns:a16="http://schemas.microsoft.com/office/drawing/2014/main" id="{0F2F8A2F-C73D-486B-B2D9-6994651F2BDC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07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86" name="CaixaDeTexto 185">
              <a:extLst>
                <a:ext uri="{FF2B5EF4-FFF2-40B4-BE49-F238E27FC236}">
                  <a16:creationId xmlns:a16="http://schemas.microsoft.com/office/drawing/2014/main" id="{B39A4A06-9485-F028-4ABC-04D26DD3B615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2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0" name="Agrupar 189">
            <a:extLst>
              <a:ext uri="{FF2B5EF4-FFF2-40B4-BE49-F238E27FC236}">
                <a16:creationId xmlns:a16="http://schemas.microsoft.com/office/drawing/2014/main" id="{B640CC61-D2CF-D756-F870-5FCED43F8D33}"/>
              </a:ext>
            </a:extLst>
          </p:cNvPr>
          <p:cNvGrpSpPr/>
          <p:nvPr/>
        </p:nvGrpSpPr>
        <p:grpSpPr>
          <a:xfrm>
            <a:off x="4819017" y="5989929"/>
            <a:ext cx="389940" cy="246221"/>
            <a:chOff x="1965117" y="5189845"/>
            <a:chExt cx="389940" cy="246221"/>
          </a:xfrm>
        </p:grpSpPr>
        <p:sp>
          <p:nvSpPr>
            <p:cNvPr id="191" name="Elipse 190">
              <a:extLst>
                <a:ext uri="{FF2B5EF4-FFF2-40B4-BE49-F238E27FC236}">
                  <a16:creationId xmlns:a16="http://schemas.microsoft.com/office/drawing/2014/main" id="{B2EF6F69-4E48-80C5-7808-25C474835A83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0B3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92" name="CaixaDeTexto 191">
              <a:extLst>
                <a:ext uri="{FF2B5EF4-FFF2-40B4-BE49-F238E27FC236}">
                  <a16:creationId xmlns:a16="http://schemas.microsoft.com/office/drawing/2014/main" id="{4E6C858B-1CF9-F8F6-FEDA-1F3F69EE4E46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13</a:t>
              </a:r>
              <a:endParaRPr lang="pt-BR" sz="5400" dirty="0"/>
            </a:p>
          </p:txBody>
        </p:sp>
      </p:grpSp>
      <p:grpSp>
        <p:nvGrpSpPr>
          <p:cNvPr id="193" name="Agrupar 192">
            <a:extLst>
              <a:ext uri="{FF2B5EF4-FFF2-40B4-BE49-F238E27FC236}">
                <a16:creationId xmlns:a16="http://schemas.microsoft.com/office/drawing/2014/main" id="{DE3B9498-2497-6C4E-E8B0-ACCD7C9EF924}"/>
              </a:ext>
            </a:extLst>
          </p:cNvPr>
          <p:cNvGrpSpPr/>
          <p:nvPr/>
        </p:nvGrpSpPr>
        <p:grpSpPr>
          <a:xfrm>
            <a:off x="7517605" y="5197570"/>
            <a:ext cx="389940" cy="246221"/>
            <a:chOff x="1965117" y="5189845"/>
            <a:chExt cx="389940" cy="246221"/>
          </a:xfrm>
        </p:grpSpPr>
        <p:sp>
          <p:nvSpPr>
            <p:cNvPr id="194" name="Elipse 193">
              <a:extLst>
                <a:ext uri="{FF2B5EF4-FFF2-40B4-BE49-F238E27FC236}">
                  <a16:creationId xmlns:a16="http://schemas.microsoft.com/office/drawing/2014/main" id="{049A09D6-4248-2591-A8F6-A92619B02881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07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95" name="CaixaDeTexto 194">
              <a:extLst>
                <a:ext uri="{FF2B5EF4-FFF2-40B4-BE49-F238E27FC236}">
                  <a16:creationId xmlns:a16="http://schemas.microsoft.com/office/drawing/2014/main" id="{C1EBA0F0-C63D-3978-51C6-821E43B3B3D4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2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9" name="Agrupar 198">
            <a:extLst>
              <a:ext uri="{FF2B5EF4-FFF2-40B4-BE49-F238E27FC236}">
                <a16:creationId xmlns:a16="http://schemas.microsoft.com/office/drawing/2014/main" id="{781D4388-371B-8BDB-657A-6A13AB6B3BF8}"/>
              </a:ext>
            </a:extLst>
          </p:cNvPr>
          <p:cNvGrpSpPr/>
          <p:nvPr/>
        </p:nvGrpSpPr>
        <p:grpSpPr>
          <a:xfrm>
            <a:off x="8291521" y="5197569"/>
            <a:ext cx="389940" cy="246221"/>
            <a:chOff x="1965117" y="5189845"/>
            <a:chExt cx="389940" cy="246221"/>
          </a:xfrm>
        </p:grpSpPr>
        <p:sp>
          <p:nvSpPr>
            <p:cNvPr id="200" name="Elipse 199">
              <a:extLst>
                <a:ext uri="{FF2B5EF4-FFF2-40B4-BE49-F238E27FC236}">
                  <a16:creationId xmlns:a16="http://schemas.microsoft.com/office/drawing/2014/main" id="{37BC89FB-3517-6DD6-652C-16F412193D11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9B38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201" name="CaixaDeTexto 200">
              <a:extLst>
                <a:ext uri="{FF2B5EF4-FFF2-40B4-BE49-F238E27FC236}">
                  <a16:creationId xmlns:a16="http://schemas.microsoft.com/office/drawing/2014/main" id="{87D5B22A-741F-74C0-EDC4-24360AE30965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5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03" name="Imagem 202">
            <a:extLst>
              <a:ext uri="{FF2B5EF4-FFF2-40B4-BE49-F238E27FC236}">
                <a16:creationId xmlns:a16="http://schemas.microsoft.com/office/drawing/2014/main" id="{6E2715F4-5643-DB7B-4867-63677223E6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1135"/>
          <a:stretch/>
        </p:blipFill>
        <p:spPr>
          <a:xfrm>
            <a:off x="1804677" y="5238963"/>
            <a:ext cx="181562" cy="173723"/>
          </a:xfrm>
          <a:prstGeom prst="rect">
            <a:avLst/>
          </a:prstGeom>
        </p:spPr>
      </p:pic>
      <p:pic>
        <p:nvPicPr>
          <p:cNvPr id="204" name="Imagem 202">
            <a:extLst>
              <a:ext uri="{FF2B5EF4-FFF2-40B4-BE49-F238E27FC236}">
                <a16:creationId xmlns:a16="http://schemas.microsoft.com/office/drawing/2014/main" id="{551368F5-63C6-6F3C-9C3C-A4E7B7DFC8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1135"/>
          <a:stretch/>
        </p:blipFill>
        <p:spPr>
          <a:xfrm>
            <a:off x="10286635" y="5233817"/>
            <a:ext cx="181562" cy="173723"/>
          </a:xfrm>
          <a:prstGeom prst="rect">
            <a:avLst/>
          </a:prstGeom>
        </p:spPr>
      </p:pic>
      <p:sp>
        <p:nvSpPr>
          <p:cNvPr id="208" name="CaixaDeTexto 207">
            <a:extLst>
              <a:ext uri="{FF2B5EF4-FFF2-40B4-BE49-F238E27FC236}">
                <a16:creationId xmlns:a16="http://schemas.microsoft.com/office/drawing/2014/main" id="{664FCEEA-DE8C-388A-062F-A3CA20445367}"/>
              </a:ext>
            </a:extLst>
          </p:cNvPr>
          <p:cNvSpPr txBox="1"/>
          <p:nvPr/>
        </p:nvSpPr>
        <p:spPr>
          <a:xfrm>
            <a:off x="0" y="6560456"/>
            <a:ext cx="12191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Aptos Narrow" panose="020B0004020202020204" pitchFamily="34" charset="0"/>
              </a:rPr>
              <a:t>Created</a:t>
            </a:r>
            <a:r>
              <a:rPr lang="pt-BR" sz="1400" dirty="0">
                <a:latin typeface="Aptos Narrow" panose="020B0004020202020204" pitchFamily="34" charset="0"/>
              </a:rPr>
              <a:t> </a:t>
            </a:r>
            <a:r>
              <a:rPr lang="pt-BR" sz="1400" dirty="0" err="1">
                <a:latin typeface="Aptos Narrow" panose="020B0004020202020204" pitchFamily="34" charset="0"/>
              </a:rPr>
              <a:t>by</a:t>
            </a:r>
            <a:r>
              <a:rPr lang="pt-BR" sz="1400" dirty="0">
                <a:latin typeface="Aptos Narrow" panose="020B0004020202020204" pitchFamily="34" charset="0"/>
              </a:rPr>
              <a:t> Sampa-4-u</a:t>
            </a:r>
          </a:p>
        </p:txBody>
      </p:sp>
      <p:pic>
        <p:nvPicPr>
          <p:cNvPr id="210" name="Imagem 209" descr="Ícone&#10;&#10;Descrição gerada automaticamente">
            <a:extLst>
              <a:ext uri="{FF2B5EF4-FFF2-40B4-BE49-F238E27FC236}">
                <a16:creationId xmlns:a16="http://schemas.microsoft.com/office/drawing/2014/main" id="{2C0D5802-CED0-FA69-C9A6-90683C845E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54" y="6577291"/>
            <a:ext cx="274105" cy="274105"/>
          </a:xfrm>
          <a:prstGeom prst="rect">
            <a:avLst/>
          </a:prstGeom>
        </p:spPr>
      </p:pic>
      <p:pic>
        <p:nvPicPr>
          <p:cNvPr id="3" name="Imagem 202">
            <a:extLst>
              <a:ext uri="{FF2B5EF4-FFF2-40B4-BE49-F238E27FC236}">
                <a16:creationId xmlns:a16="http://schemas.microsoft.com/office/drawing/2014/main" id="{E3D0D714-3002-FB8D-0E00-21392CC82A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1135"/>
          <a:stretch/>
        </p:blipFill>
        <p:spPr>
          <a:xfrm>
            <a:off x="4117573" y="5238960"/>
            <a:ext cx="181562" cy="17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7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34599C15-4A48-2FF3-21FB-EB1B76B66973}"/>
              </a:ext>
            </a:extLst>
          </p:cNvPr>
          <p:cNvGrpSpPr/>
          <p:nvPr/>
        </p:nvGrpSpPr>
        <p:grpSpPr>
          <a:xfrm>
            <a:off x="8085792" y="5198781"/>
            <a:ext cx="389940" cy="246221"/>
            <a:chOff x="1965117" y="5189845"/>
            <a:chExt cx="389940" cy="246221"/>
          </a:xfrm>
        </p:grpSpPr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2E6890BF-00BE-107B-FED9-7F5491E57C4B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49F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B8A324AD-1473-8C38-61B7-B01A9949FDEB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10</a:t>
              </a:r>
              <a:endParaRPr lang="pt-BR" sz="5400" dirty="0"/>
            </a:p>
          </p:txBody>
        </p:sp>
      </p:grpSp>
      <p:sp>
        <p:nvSpPr>
          <p:cNvPr id="6" name="Retângulo 5">
            <a:extLst>
              <a:ext uri="{FF2B5EF4-FFF2-40B4-BE49-F238E27FC236}">
                <a16:creationId xmlns:a16="http://schemas.microsoft.com/office/drawing/2014/main" id="{C8976E05-2DA9-6AE2-E481-FB21F15C121C}"/>
              </a:ext>
            </a:extLst>
          </p:cNvPr>
          <p:cNvSpPr/>
          <p:nvPr/>
        </p:nvSpPr>
        <p:spPr>
          <a:xfrm>
            <a:off x="0" y="4926106"/>
            <a:ext cx="12192000" cy="259976"/>
          </a:xfrm>
          <a:prstGeom prst="rect">
            <a:avLst/>
          </a:prstGeom>
          <a:solidFill>
            <a:srgbClr val="007E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2D607869-A0B6-4224-00DF-F0F0C01F5547}"/>
              </a:ext>
            </a:extLst>
          </p:cNvPr>
          <p:cNvGrpSpPr/>
          <p:nvPr/>
        </p:nvGrpSpPr>
        <p:grpSpPr>
          <a:xfrm>
            <a:off x="3518096" y="2549839"/>
            <a:ext cx="805134" cy="2595038"/>
            <a:chOff x="1804833" y="3092204"/>
            <a:chExt cx="805134" cy="2595038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8FF692DE-D697-80CC-0BFB-34E1589A1254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76E3BB92-3CBD-BFED-4A12-34AD4F577DB3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Vila Madalena</a:t>
              </a:r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BC6E710A-206B-6B7C-EB3E-2EBD0E55A7AD}"/>
              </a:ext>
            </a:extLst>
          </p:cNvPr>
          <p:cNvGrpSpPr/>
          <p:nvPr/>
        </p:nvGrpSpPr>
        <p:grpSpPr>
          <a:xfrm>
            <a:off x="3901516" y="2549839"/>
            <a:ext cx="874383" cy="2595038"/>
            <a:chOff x="1804833" y="3092204"/>
            <a:chExt cx="874383" cy="2595038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D60DEB6E-EA1E-3F19-D609-6DAABC897F60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6FFC90AD-3B44-BA67-9D65-BF733CA92C43}"/>
                </a:ext>
              </a:extLst>
            </p:cNvPr>
            <p:cNvSpPr txBox="1"/>
            <p:nvPr/>
          </p:nvSpPr>
          <p:spPr>
            <a:xfrm rot="18000000">
              <a:off x="1210863" y="4052726"/>
              <a:ext cx="2428875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Sumaré</a:t>
              </a:r>
            </a:p>
            <a:p>
              <a:r>
                <a:rPr lang="pt-BR" sz="900" dirty="0"/>
                <a:t>Santuário N. Sra. de Fátima</a:t>
              </a:r>
              <a:endParaRPr lang="pt-BR" sz="2000" dirty="0"/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1756D79-5AD8-B94C-88DF-8F07BC0885DF}"/>
              </a:ext>
            </a:extLst>
          </p:cNvPr>
          <p:cNvGrpSpPr/>
          <p:nvPr/>
        </p:nvGrpSpPr>
        <p:grpSpPr>
          <a:xfrm>
            <a:off x="4287317" y="2549839"/>
            <a:ext cx="805134" cy="2595038"/>
            <a:chOff x="1804833" y="3092204"/>
            <a:chExt cx="805134" cy="2595038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6400C66E-33BC-C23E-F1ED-3287CC60325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0216DCAC-A920-9C13-DB38-5E3B6F86091C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Clínicas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200FD265-1388-4F25-B203-5EF33D1B0BCC}"/>
              </a:ext>
            </a:extLst>
          </p:cNvPr>
          <p:cNvGrpSpPr/>
          <p:nvPr/>
        </p:nvGrpSpPr>
        <p:grpSpPr>
          <a:xfrm>
            <a:off x="4673118" y="2549839"/>
            <a:ext cx="805134" cy="2595038"/>
            <a:chOff x="1804833" y="3092204"/>
            <a:chExt cx="805134" cy="2595038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53D03695-07AD-3CC2-15FB-A446E409F1F0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AD911F5B-14DB-7BA2-F8B1-337C2EB6C2D9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Consolação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651FE879-6D96-F6E2-39A1-20A3854BE541}"/>
              </a:ext>
            </a:extLst>
          </p:cNvPr>
          <p:cNvGrpSpPr/>
          <p:nvPr/>
        </p:nvGrpSpPr>
        <p:grpSpPr>
          <a:xfrm>
            <a:off x="5058919" y="2549839"/>
            <a:ext cx="805134" cy="2595038"/>
            <a:chOff x="1804833" y="3092204"/>
            <a:chExt cx="805134" cy="2595038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62039F74-8763-9716-54EB-A753F4EF4E0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0ABF37BC-9DA4-8CFA-04E0-5C9ABEA25BBD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Trianon - Masp</a:t>
              </a: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BBE848AD-AD9D-58BF-08D4-9F17290B6F19}"/>
              </a:ext>
            </a:extLst>
          </p:cNvPr>
          <p:cNvGrpSpPr/>
          <p:nvPr/>
        </p:nvGrpSpPr>
        <p:grpSpPr>
          <a:xfrm>
            <a:off x="5444720" y="2549839"/>
            <a:ext cx="805134" cy="2595038"/>
            <a:chOff x="1804833" y="3092204"/>
            <a:chExt cx="805134" cy="2595038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E7967CBE-C1A4-4069-606D-027DEC3029BD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CE28DC09-06D9-F958-2782-7DCF8CCCE861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Brigadeiro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6D0CF45E-8F1F-7FAE-7225-59001EA9169D}"/>
              </a:ext>
            </a:extLst>
          </p:cNvPr>
          <p:cNvGrpSpPr/>
          <p:nvPr/>
        </p:nvGrpSpPr>
        <p:grpSpPr>
          <a:xfrm>
            <a:off x="5828140" y="2549839"/>
            <a:ext cx="805134" cy="2595038"/>
            <a:chOff x="1804833" y="3092204"/>
            <a:chExt cx="805134" cy="2595038"/>
          </a:xfrm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3D308CD3-E1C5-11C4-8157-3E8B32248C0A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99061F56-AF8D-4BF1-7777-D5EE6C73B53A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Paraíso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04FEB0C7-DA32-0EFB-8051-395D5393C13D}"/>
              </a:ext>
            </a:extLst>
          </p:cNvPr>
          <p:cNvGrpSpPr/>
          <p:nvPr/>
        </p:nvGrpSpPr>
        <p:grpSpPr>
          <a:xfrm>
            <a:off x="6211560" y="2549839"/>
            <a:ext cx="805134" cy="2595038"/>
            <a:chOff x="1804833" y="3092204"/>
            <a:chExt cx="805134" cy="2595038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C8450B57-D2AC-A3E0-4F47-E0D04801E914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9F32D534-512B-F487-2AF6-9D13FE9A09A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Ana Rosa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BF4F42B8-6077-61DF-674B-100F0F65A8AD}"/>
              </a:ext>
            </a:extLst>
          </p:cNvPr>
          <p:cNvGrpSpPr/>
          <p:nvPr/>
        </p:nvGrpSpPr>
        <p:grpSpPr>
          <a:xfrm>
            <a:off x="6594980" y="2549839"/>
            <a:ext cx="805134" cy="2595038"/>
            <a:chOff x="1804833" y="3092204"/>
            <a:chExt cx="805134" cy="2595038"/>
          </a:xfrm>
        </p:grpSpPr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1CFA534E-FA4F-D210-1869-CAE613F4F778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30830967-B858-7FD7-31D5-2A9FF1970258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Chácara Klabin</a:t>
              </a: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0CD95316-739B-CE4E-E4C3-6519B36BDBD0}"/>
              </a:ext>
            </a:extLst>
          </p:cNvPr>
          <p:cNvGrpSpPr/>
          <p:nvPr/>
        </p:nvGrpSpPr>
        <p:grpSpPr>
          <a:xfrm>
            <a:off x="6979169" y="2549839"/>
            <a:ext cx="805134" cy="2595038"/>
            <a:chOff x="1804833" y="3092204"/>
            <a:chExt cx="805134" cy="2595038"/>
          </a:xfrm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FDD5BB80-5ECE-E3F2-7120-0679BCED6C1E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F39BF4EB-E778-02B7-C37A-AB999E12C770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Imigrantes</a:t>
              </a:r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D2F360A3-E891-4D0B-4F34-1B126C97AA42}"/>
              </a:ext>
            </a:extLst>
          </p:cNvPr>
          <p:cNvGrpSpPr/>
          <p:nvPr/>
        </p:nvGrpSpPr>
        <p:grpSpPr>
          <a:xfrm>
            <a:off x="7364970" y="2549839"/>
            <a:ext cx="805134" cy="2595038"/>
            <a:chOff x="1804833" y="3092204"/>
            <a:chExt cx="805134" cy="2595038"/>
          </a:xfrm>
        </p:grpSpPr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76417040-9ADD-CD1C-92BB-F2156DF72F0A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8AD4271D-EA24-613E-E65A-36200CB5503B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Alto do Ipiranga</a:t>
              </a:r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86B7B000-CEB5-388A-B02B-470DA16014E6}"/>
              </a:ext>
            </a:extLst>
          </p:cNvPr>
          <p:cNvGrpSpPr/>
          <p:nvPr/>
        </p:nvGrpSpPr>
        <p:grpSpPr>
          <a:xfrm>
            <a:off x="7750771" y="1785256"/>
            <a:ext cx="1010003" cy="3359621"/>
            <a:chOff x="1804833" y="2327621"/>
            <a:chExt cx="1010003" cy="3359621"/>
          </a:xfrm>
        </p:grpSpPr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42CFDB9E-7889-9F57-DCFD-856F050671C3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B83AA897-17EC-0966-EBEA-2B2942D26F90}"/>
                </a:ext>
              </a:extLst>
            </p:cNvPr>
            <p:cNvSpPr txBox="1"/>
            <p:nvPr/>
          </p:nvSpPr>
          <p:spPr>
            <a:xfrm rot="18000000">
              <a:off x="1005994" y="3767131"/>
              <a:ext cx="32483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Sacomã</a:t>
              </a:r>
            </a:p>
          </p:txBody>
        </p: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26DF3196-67D8-A10F-F633-71DDA865E478}"/>
              </a:ext>
            </a:extLst>
          </p:cNvPr>
          <p:cNvGrpSpPr/>
          <p:nvPr/>
        </p:nvGrpSpPr>
        <p:grpSpPr>
          <a:xfrm>
            <a:off x="8137153" y="2549839"/>
            <a:ext cx="805134" cy="2595038"/>
            <a:chOff x="1804833" y="3092204"/>
            <a:chExt cx="805134" cy="2595038"/>
          </a:xfrm>
        </p:grpSpPr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8A93FC63-7C7D-63DA-6D2F-61E766AEB8D7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763ABD51-ADE8-DF2E-BC9B-8D5A041BF228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Tamanduateí</a:t>
              </a:r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748709A8-14AE-A2E9-9669-F730439880C6}"/>
              </a:ext>
            </a:extLst>
          </p:cNvPr>
          <p:cNvGrpSpPr/>
          <p:nvPr/>
        </p:nvGrpSpPr>
        <p:grpSpPr>
          <a:xfrm>
            <a:off x="8522954" y="2549839"/>
            <a:ext cx="805134" cy="2595038"/>
            <a:chOff x="1804833" y="3092204"/>
            <a:chExt cx="805134" cy="2595038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A9F3FF9E-5EA2-5A23-51FD-6AD393341724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3558121C-CD0A-F5EC-FF7F-F044E507C19D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Vila Prudente</a:t>
              </a:r>
            </a:p>
          </p:txBody>
        </p:sp>
      </p:grpSp>
      <p:grpSp>
        <p:nvGrpSpPr>
          <p:cNvPr id="76" name="Agrupar 75">
            <a:extLst>
              <a:ext uri="{FF2B5EF4-FFF2-40B4-BE49-F238E27FC236}">
                <a16:creationId xmlns:a16="http://schemas.microsoft.com/office/drawing/2014/main" id="{B0D4B39A-6EDA-FB82-32A2-C491A7C7CD51}"/>
              </a:ext>
            </a:extLst>
          </p:cNvPr>
          <p:cNvGrpSpPr/>
          <p:nvPr/>
        </p:nvGrpSpPr>
        <p:grpSpPr>
          <a:xfrm>
            <a:off x="4614732" y="5196937"/>
            <a:ext cx="389940" cy="246221"/>
            <a:chOff x="1965117" y="5189845"/>
            <a:chExt cx="389940" cy="246221"/>
          </a:xfrm>
        </p:grpSpPr>
        <p:sp>
          <p:nvSpPr>
            <p:cNvPr id="77" name="Elipse 76">
              <a:extLst>
                <a:ext uri="{FF2B5EF4-FFF2-40B4-BE49-F238E27FC236}">
                  <a16:creationId xmlns:a16="http://schemas.microsoft.com/office/drawing/2014/main" id="{4B739DA5-D707-911E-0058-C81F256424D7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FF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78" name="CaixaDeTexto 77">
              <a:extLst>
                <a:ext uri="{FF2B5EF4-FFF2-40B4-BE49-F238E27FC236}">
                  <a16:creationId xmlns:a16="http://schemas.microsoft.com/office/drawing/2014/main" id="{7CDFACE2-11C0-E89E-1B27-36E93027705D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4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9" name="Agrupar 78">
            <a:extLst>
              <a:ext uri="{FF2B5EF4-FFF2-40B4-BE49-F238E27FC236}">
                <a16:creationId xmlns:a16="http://schemas.microsoft.com/office/drawing/2014/main" id="{DD593993-7D36-5D0D-B37E-61CFAE5E6C23}"/>
              </a:ext>
            </a:extLst>
          </p:cNvPr>
          <p:cNvGrpSpPr/>
          <p:nvPr/>
        </p:nvGrpSpPr>
        <p:grpSpPr>
          <a:xfrm>
            <a:off x="5766824" y="5197911"/>
            <a:ext cx="389940" cy="246221"/>
            <a:chOff x="1965117" y="5189845"/>
            <a:chExt cx="389940" cy="246221"/>
          </a:xfrm>
        </p:grpSpPr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1E4C024F-8CA1-2ED1-E79B-6337E33145DE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455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81" name="CaixaDeTexto 80">
              <a:extLst>
                <a:ext uri="{FF2B5EF4-FFF2-40B4-BE49-F238E27FC236}">
                  <a16:creationId xmlns:a16="http://schemas.microsoft.com/office/drawing/2014/main" id="{D4E071E6-D1E8-A365-369D-60B9159A3300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1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5" name="Agrupar 84">
            <a:extLst>
              <a:ext uri="{FF2B5EF4-FFF2-40B4-BE49-F238E27FC236}">
                <a16:creationId xmlns:a16="http://schemas.microsoft.com/office/drawing/2014/main" id="{C14EDF3A-3FB4-942D-6207-5DDFC5A03BC4}"/>
              </a:ext>
            </a:extLst>
          </p:cNvPr>
          <p:cNvGrpSpPr/>
          <p:nvPr/>
        </p:nvGrpSpPr>
        <p:grpSpPr>
          <a:xfrm>
            <a:off x="8473855" y="5199787"/>
            <a:ext cx="389940" cy="246221"/>
            <a:chOff x="1965117" y="5189845"/>
            <a:chExt cx="389940" cy="246221"/>
          </a:xfrm>
        </p:grpSpPr>
        <p:sp>
          <p:nvSpPr>
            <p:cNvPr id="86" name="Elipse 85">
              <a:extLst>
                <a:ext uri="{FF2B5EF4-FFF2-40B4-BE49-F238E27FC236}">
                  <a16:creationId xmlns:a16="http://schemas.microsoft.com/office/drawing/2014/main" id="{EAD3837B-0915-7ABA-CEB3-B9D4E7E7A43A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87" name="CaixaDeTexto 86">
              <a:extLst>
                <a:ext uri="{FF2B5EF4-FFF2-40B4-BE49-F238E27FC236}">
                  <a16:creationId xmlns:a16="http://schemas.microsoft.com/office/drawing/2014/main" id="{3786FB49-1EDD-67B4-0F28-F00284C98EFF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15</a:t>
              </a:r>
              <a:endParaRPr lang="pt-BR" sz="5400" dirty="0"/>
            </a:p>
          </p:txBody>
        </p:sp>
      </p:grpSp>
      <p:grpSp>
        <p:nvGrpSpPr>
          <p:cNvPr id="109" name="Agrupar 108">
            <a:extLst>
              <a:ext uri="{FF2B5EF4-FFF2-40B4-BE49-F238E27FC236}">
                <a16:creationId xmlns:a16="http://schemas.microsoft.com/office/drawing/2014/main" id="{7A606093-4B6C-1238-96FE-88FAE2ABFECA}"/>
              </a:ext>
            </a:extLst>
          </p:cNvPr>
          <p:cNvGrpSpPr/>
          <p:nvPr/>
        </p:nvGrpSpPr>
        <p:grpSpPr>
          <a:xfrm>
            <a:off x="6155672" y="5198781"/>
            <a:ext cx="389940" cy="246221"/>
            <a:chOff x="1965117" y="5189845"/>
            <a:chExt cx="389940" cy="246221"/>
          </a:xfrm>
        </p:grpSpPr>
        <p:sp>
          <p:nvSpPr>
            <p:cNvPr id="110" name="Elipse 109">
              <a:extLst>
                <a:ext uri="{FF2B5EF4-FFF2-40B4-BE49-F238E27FC236}">
                  <a16:creationId xmlns:a16="http://schemas.microsoft.com/office/drawing/2014/main" id="{5427625A-4064-FEE4-95A7-F827185D1237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455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11" name="CaixaDeTexto 110">
              <a:extLst>
                <a:ext uri="{FF2B5EF4-FFF2-40B4-BE49-F238E27FC236}">
                  <a16:creationId xmlns:a16="http://schemas.microsoft.com/office/drawing/2014/main" id="{8E576D44-28F8-3DDE-7AE0-A6E73C4486D9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1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FC2EDEBC-291F-9A26-E57A-E77D2DDA4546}"/>
              </a:ext>
            </a:extLst>
          </p:cNvPr>
          <p:cNvGrpSpPr/>
          <p:nvPr/>
        </p:nvGrpSpPr>
        <p:grpSpPr>
          <a:xfrm>
            <a:off x="6534533" y="5197194"/>
            <a:ext cx="389940" cy="246221"/>
            <a:chOff x="1965117" y="5189845"/>
            <a:chExt cx="389940" cy="246221"/>
          </a:xfrm>
        </p:grpSpPr>
        <p:sp>
          <p:nvSpPr>
            <p:cNvPr id="113" name="Elipse 112">
              <a:extLst>
                <a:ext uri="{FF2B5EF4-FFF2-40B4-BE49-F238E27FC236}">
                  <a16:creationId xmlns:a16="http://schemas.microsoft.com/office/drawing/2014/main" id="{B15E8EA0-2C43-E2A6-3345-914FCBED20E0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9B38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14" name="CaixaDeTexto 113">
              <a:extLst>
                <a:ext uri="{FF2B5EF4-FFF2-40B4-BE49-F238E27FC236}">
                  <a16:creationId xmlns:a16="http://schemas.microsoft.com/office/drawing/2014/main" id="{4EDBF3FD-2D5E-5848-876F-0B5E5947BC39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5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A62FB4E9-7849-2987-1A7F-B94134D496E6}"/>
              </a:ext>
            </a:extLst>
          </p:cNvPr>
          <p:cNvSpPr txBox="1"/>
          <p:nvPr/>
        </p:nvSpPr>
        <p:spPr>
          <a:xfrm>
            <a:off x="0" y="6560456"/>
            <a:ext cx="12191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Aptos Narrow" panose="020B0004020202020204" pitchFamily="34" charset="0"/>
              </a:rPr>
              <a:t>Created</a:t>
            </a:r>
            <a:r>
              <a:rPr lang="pt-BR" sz="1400" dirty="0">
                <a:latin typeface="Aptos Narrow" panose="020B0004020202020204" pitchFamily="34" charset="0"/>
              </a:rPr>
              <a:t> </a:t>
            </a:r>
            <a:r>
              <a:rPr lang="pt-BR" sz="1400" dirty="0" err="1">
                <a:latin typeface="Aptos Narrow" panose="020B0004020202020204" pitchFamily="34" charset="0"/>
              </a:rPr>
              <a:t>by</a:t>
            </a:r>
            <a:r>
              <a:rPr lang="pt-BR" sz="1400" dirty="0">
                <a:latin typeface="Aptos Narrow" panose="020B0004020202020204" pitchFamily="34" charset="0"/>
              </a:rPr>
              <a:t> Sampa-4-u</a:t>
            </a:r>
          </a:p>
        </p:txBody>
      </p:sp>
      <p:pic>
        <p:nvPicPr>
          <p:cNvPr id="49" name="Imagem 48" descr="Ícone&#10;&#10;Descrição gerada automaticamente">
            <a:extLst>
              <a:ext uri="{FF2B5EF4-FFF2-40B4-BE49-F238E27FC236}">
                <a16:creationId xmlns:a16="http://schemas.microsoft.com/office/drawing/2014/main" id="{17648E86-39C7-F609-E955-28F0BB447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54" y="6577291"/>
            <a:ext cx="274105" cy="274105"/>
          </a:xfrm>
          <a:prstGeom prst="rect">
            <a:avLst/>
          </a:prstGeom>
        </p:spPr>
      </p:pic>
      <p:pic>
        <p:nvPicPr>
          <p:cNvPr id="50" name="Imagem 202">
            <a:extLst>
              <a:ext uri="{FF2B5EF4-FFF2-40B4-BE49-F238E27FC236}">
                <a16:creationId xmlns:a16="http://schemas.microsoft.com/office/drawing/2014/main" id="{2FB40C9D-39DF-2E47-DB46-CE7A874685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1135"/>
          <a:stretch/>
        </p:blipFill>
        <p:spPr>
          <a:xfrm>
            <a:off x="7757241" y="5238963"/>
            <a:ext cx="181562" cy="17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093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Agrupar 120">
            <a:extLst>
              <a:ext uri="{FF2B5EF4-FFF2-40B4-BE49-F238E27FC236}">
                <a16:creationId xmlns:a16="http://schemas.microsoft.com/office/drawing/2014/main" id="{A3575603-A757-5FC7-8283-2A5C8249438D}"/>
              </a:ext>
            </a:extLst>
          </p:cNvPr>
          <p:cNvGrpSpPr/>
          <p:nvPr/>
        </p:nvGrpSpPr>
        <p:grpSpPr>
          <a:xfrm>
            <a:off x="7336492" y="5198781"/>
            <a:ext cx="389940" cy="246221"/>
            <a:chOff x="1965117" y="5189845"/>
            <a:chExt cx="389940" cy="246221"/>
          </a:xfrm>
        </p:grpSpPr>
        <p:sp>
          <p:nvSpPr>
            <p:cNvPr id="122" name="Elipse 121">
              <a:extLst>
                <a:ext uri="{FF2B5EF4-FFF2-40B4-BE49-F238E27FC236}">
                  <a16:creationId xmlns:a16="http://schemas.microsoft.com/office/drawing/2014/main" id="{0683537D-D328-3F30-37F9-DB6A11EFAB78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07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23" name="CaixaDeTexto 122">
              <a:extLst>
                <a:ext uri="{FF2B5EF4-FFF2-40B4-BE49-F238E27FC236}">
                  <a16:creationId xmlns:a16="http://schemas.microsoft.com/office/drawing/2014/main" id="{A03EFABB-CC12-BA6E-00CF-0E144577E2F0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2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Retângulo 5">
            <a:extLst>
              <a:ext uri="{FF2B5EF4-FFF2-40B4-BE49-F238E27FC236}">
                <a16:creationId xmlns:a16="http://schemas.microsoft.com/office/drawing/2014/main" id="{C925A01F-C585-D655-19D1-833C5F8FFB87}"/>
              </a:ext>
            </a:extLst>
          </p:cNvPr>
          <p:cNvSpPr/>
          <p:nvPr/>
        </p:nvSpPr>
        <p:spPr>
          <a:xfrm>
            <a:off x="0" y="4926106"/>
            <a:ext cx="12192000" cy="259976"/>
          </a:xfrm>
          <a:prstGeom prst="rect">
            <a:avLst/>
          </a:prstGeom>
          <a:solidFill>
            <a:srgbClr val="EE37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91D70C54-E947-4A22-AF47-727F1D2E212D}"/>
              </a:ext>
            </a:extLst>
          </p:cNvPr>
          <p:cNvGrpSpPr/>
          <p:nvPr/>
        </p:nvGrpSpPr>
        <p:grpSpPr>
          <a:xfrm>
            <a:off x="2768796" y="2549839"/>
            <a:ext cx="805134" cy="2595038"/>
            <a:chOff x="1804833" y="3092204"/>
            <a:chExt cx="805134" cy="2595038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1F0F4E48-E64A-95F7-33DA-FA0A2D5410BF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EA83B849-CA51-A60F-5A7E-0A2FC8B64075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Palmeiras – Barra Funda</a:t>
              </a:r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429E57BD-67CF-36EA-0D56-DFC2D3413A66}"/>
              </a:ext>
            </a:extLst>
          </p:cNvPr>
          <p:cNvGrpSpPr/>
          <p:nvPr/>
        </p:nvGrpSpPr>
        <p:grpSpPr>
          <a:xfrm>
            <a:off x="3152216" y="2549839"/>
            <a:ext cx="805134" cy="2595038"/>
            <a:chOff x="1804833" y="3092204"/>
            <a:chExt cx="805134" cy="2595038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84F0093-C929-65C3-652F-5047ABF72E3B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9FDF896B-489D-F538-EF89-3C7B7669AFC2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Marechal Deodoro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98AFF13-5DBB-13E6-EEE7-B4E57F361AF5}"/>
              </a:ext>
            </a:extLst>
          </p:cNvPr>
          <p:cNvGrpSpPr/>
          <p:nvPr/>
        </p:nvGrpSpPr>
        <p:grpSpPr>
          <a:xfrm>
            <a:off x="3538017" y="2549839"/>
            <a:ext cx="805134" cy="2595038"/>
            <a:chOff x="1804833" y="3092204"/>
            <a:chExt cx="805134" cy="2595038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93F50BFB-9ACE-FD13-D8FE-C637F33B5C5F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CCD42001-B696-2D1F-F434-C5E8629505B4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Santa Cecília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2433FD0E-0388-76E0-884E-34AD457A6379}"/>
              </a:ext>
            </a:extLst>
          </p:cNvPr>
          <p:cNvGrpSpPr/>
          <p:nvPr/>
        </p:nvGrpSpPr>
        <p:grpSpPr>
          <a:xfrm>
            <a:off x="3923818" y="2549839"/>
            <a:ext cx="805134" cy="2595038"/>
            <a:chOff x="1804833" y="3092204"/>
            <a:chExt cx="805134" cy="2595038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136FB649-E91A-7F5F-9A77-A670A813D71B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070910C-1905-82A6-3FBA-AE2491D4B320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República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0BEB3912-B670-814E-FC5B-64B78662F38C}"/>
              </a:ext>
            </a:extLst>
          </p:cNvPr>
          <p:cNvGrpSpPr/>
          <p:nvPr/>
        </p:nvGrpSpPr>
        <p:grpSpPr>
          <a:xfrm>
            <a:off x="4309619" y="2549839"/>
            <a:ext cx="805134" cy="2595038"/>
            <a:chOff x="1804833" y="3092204"/>
            <a:chExt cx="805134" cy="2595038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2A9A0745-A827-E9EE-3ADA-7786CC9B576E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4E9939D6-B37E-E135-841C-B9A330E9D500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Anhangabaú</a:t>
              </a: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46D06B0E-2EFA-0AEA-7184-24425E6CC861}"/>
              </a:ext>
            </a:extLst>
          </p:cNvPr>
          <p:cNvGrpSpPr/>
          <p:nvPr/>
        </p:nvGrpSpPr>
        <p:grpSpPr>
          <a:xfrm>
            <a:off x="4695420" y="2549839"/>
            <a:ext cx="805134" cy="2595038"/>
            <a:chOff x="1804833" y="3092204"/>
            <a:chExt cx="805134" cy="2595038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EB54728F-B7B0-2982-880E-A2965FCE5F37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6E282A2B-BD6F-B5E7-7A74-25A4F8407A2D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Sé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EC4F0068-50B4-6435-17D8-DD046B9BE6A9}"/>
              </a:ext>
            </a:extLst>
          </p:cNvPr>
          <p:cNvGrpSpPr/>
          <p:nvPr/>
        </p:nvGrpSpPr>
        <p:grpSpPr>
          <a:xfrm>
            <a:off x="5078840" y="2549839"/>
            <a:ext cx="805134" cy="2595038"/>
            <a:chOff x="1804833" y="3092204"/>
            <a:chExt cx="805134" cy="2595038"/>
          </a:xfrm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FDA9FFCA-0F66-B43D-9AA7-EBDFE7F7EAE4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9497F71D-7C62-F4D6-B5D4-348623D9EF9C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Pedro </a:t>
              </a:r>
              <a:r>
                <a:rPr lang="pt-BR" dirty="0" err="1"/>
                <a:t>ll</a:t>
              </a:r>
              <a:endParaRPr lang="pt-BR" dirty="0"/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C117E758-0DD9-B175-E277-A2914B3C1D9C}"/>
              </a:ext>
            </a:extLst>
          </p:cNvPr>
          <p:cNvGrpSpPr/>
          <p:nvPr/>
        </p:nvGrpSpPr>
        <p:grpSpPr>
          <a:xfrm>
            <a:off x="5462260" y="2549839"/>
            <a:ext cx="805134" cy="2595038"/>
            <a:chOff x="1804833" y="3092204"/>
            <a:chExt cx="805134" cy="2595038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343BAB49-0A43-4C42-FCD7-05D83CC4B9B7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807A35E2-D986-1D1B-F9FF-2C64EC2F7593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Brás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466FCB0E-7A7E-82D7-4B63-795061DCE309}"/>
              </a:ext>
            </a:extLst>
          </p:cNvPr>
          <p:cNvGrpSpPr/>
          <p:nvPr/>
        </p:nvGrpSpPr>
        <p:grpSpPr>
          <a:xfrm>
            <a:off x="5845680" y="2549839"/>
            <a:ext cx="805134" cy="2595038"/>
            <a:chOff x="1804833" y="3092204"/>
            <a:chExt cx="805134" cy="2595038"/>
          </a:xfrm>
        </p:grpSpPr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12043E4D-57BC-1070-9DDF-7DD893D0C53F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894C862F-AAE5-FAA8-8991-09B2AF0CD0E6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Bresser - Mooca</a:t>
              </a: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006ED18E-9E37-1677-2623-3C193CAC6BB9}"/>
              </a:ext>
            </a:extLst>
          </p:cNvPr>
          <p:cNvGrpSpPr/>
          <p:nvPr/>
        </p:nvGrpSpPr>
        <p:grpSpPr>
          <a:xfrm>
            <a:off x="6229869" y="2549839"/>
            <a:ext cx="805134" cy="2595038"/>
            <a:chOff x="1804833" y="3092204"/>
            <a:chExt cx="805134" cy="2595038"/>
          </a:xfrm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42161185-6714-4CCA-077A-C79D8F87733C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73896AFB-801A-607A-C4FF-EC56FA5BAA6E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Belém</a:t>
              </a:r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81BBCD8A-4077-196B-4CB8-14FE8F115D40}"/>
              </a:ext>
            </a:extLst>
          </p:cNvPr>
          <p:cNvGrpSpPr/>
          <p:nvPr/>
        </p:nvGrpSpPr>
        <p:grpSpPr>
          <a:xfrm>
            <a:off x="6615670" y="2549839"/>
            <a:ext cx="805134" cy="2595038"/>
            <a:chOff x="1804833" y="3092204"/>
            <a:chExt cx="805134" cy="2595038"/>
          </a:xfrm>
        </p:grpSpPr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3F39006D-D69E-0C15-01D4-7892AADC9DBA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EB13F15E-7AF3-73C3-8002-935B2DA6300B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Tatuapé</a:t>
              </a:r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5448D7EE-6414-0967-36F4-D38F65328E29}"/>
              </a:ext>
            </a:extLst>
          </p:cNvPr>
          <p:cNvGrpSpPr/>
          <p:nvPr/>
        </p:nvGrpSpPr>
        <p:grpSpPr>
          <a:xfrm>
            <a:off x="7001471" y="1785256"/>
            <a:ext cx="1086947" cy="3359621"/>
            <a:chOff x="1804833" y="2327621"/>
            <a:chExt cx="1086947" cy="3359621"/>
          </a:xfrm>
        </p:grpSpPr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F73DA6BA-F9D9-73EE-1EB1-27FDA0677F44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D23E4CB2-4D0C-976F-0DAB-18870845F20F}"/>
                </a:ext>
              </a:extLst>
            </p:cNvPr>
            <p:cNvSpPr txBox="1"/>
            <p:nvPr/>
          </p:nvSpPr>
          <p:spPr>
            <a:xfrm rot="18000000">
              <a:off x="1005994" y="3690187"/>
              <a:ext cx="32483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Carrão</a:t>
              </a:r>
            </a:p>
            <a:p>
              <a:r>
                <a:rPr lang="pt-BR" sz="900" dirty="0"/>
                <a:t>Assaí Atacadista</a:t>
              </a:r>
            </a:p>
          </p:txBody>
        </p: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BAC893DB-E2E1-B4DA-4D3D-23502D23DAB6}"/>
              </a:ext>
            </a:extLst>
          </p:cNvPr>
          <p:cNvGrpSpPr/>
          <p:nvPr/>
        </p:nvGrpSpPr>
        <p:grpSpPr>
          <a:xfrm>
            <a:off x="7387853" y="2549839"/>
            <a:ext cx="882078" cy="2595038"/>
            <a:chOff x="1804833" y="3092204"/>
            <a:chExt cx="882078" cy="2595038"/>
          </a:xfrm>
        </p:grpSpPr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1E0726FD-2542-DC99-E8A3-4DE8340D12F5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9D7C90CC-5089-7A13-6F93-0C13CFE24383}"/>
                </a:ext>
              </a:extLst>
            </p:cNvPr>
            <p:cNvSpPr txBox="1"/>
            <p:nvPr/>
          </p:nvSpPr>
          <p:spPr>
            <a:xfrm rot="18000000">
              <a:off x="1210863" y="4045032"/>
              <a:ext cx="2428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Penha</a:t>
              </a:r>
            </a:p>
            <a:p>
              <a:r>
                <a:rPr lang="pt-BR" sz="900" dirty="0"/>
                <a:t>Lojas </a:t>
              </a:r>
              <a:r>
                <a:rPr lang="pt-BR" sz="900" dirty="0" err="1"/>
                <a:t>Besni</a:t>
              </a:r>
              <a:endParaRPr lang="pt-BR" sz="900" dirty="0"/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31EFD272-E235-81FB-86F0-329CD06A1721}"/>
              </a:ext>
            </a:extLst>
          </p:cNvPr>
          <p:cNvGrpSpPr/>
          <p:nvPr/>
        </p:nvGrpSpPr>
        <p:grpSpPr>
          <a:xfrm>
            <a:off x="7773654" y="2549839"/>
            <a:ext cx="805134" cy="2595038"/>
            <a:chOff x="1804833" y="3092204"/>
            <a:chExt cx="805134" cy="2595038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EF13290E-4696-AA7F-AD80-31C6EC6758B7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C63E269B-0362-55FB-E162-1024829414B6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Vila Matilde</a:t>
              </a:r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96948912-C098-EAF4-A52F-9AC8114DD7E3}"/>
              </a:ext>
            </a:extLst>
          </p:cNvPr>
          <p:cNvGrpSpPr/>
          <p:nvPr/>
        </p:nvGrpSpPr>
        <p:grpSpPr>
          <a:xfrm>
            <a:off x="8159453" y="1709266"/>
            <a:ext cx="1030364" cy="3435611"/>
            <a:chOff x="1804833" y="2251631"/>
            <a:chExt cx="1030364" cy="3435611"/>
          </a:xfrm>
        </p:grpSpPr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B17D6523-43AD-23A2-7063-46278667F336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95EAB480-4F72-70ED-8C67-B0DE6145C736}"/>
                </a:ext>
              </a:extLst>
            </p:cNvPr>
            <p:cNvSpPr txBox="1"/>
            <p:nvPr/>
          </p:nvSpPr>
          <p:spPr>
            <a:xfrm rot="18000000">
              <a:off x="985632" y="3731864"/>
              <a:ext cx="3329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Guilhermina - Esperança</a:t>
              </a:r>
            </a:p>
          </p:txBody>
        </p:sp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B804258D-B86F-3BDF-0642-D8A630025ADC}"/>
              </a:ext>
            </a:extLst>
          </p:cNvPr>
          <p:cNvGrpSpPr/>
          <p:nvPr/>
        </p:nvGrpSpPr>
        <p:grpSpPr>
          <a:xfrm>
            <a:off x="8545059" y="2549839"/>
            <a:ext cx="805134" cy="2595038"/>
            <a:chOff x="1804833" y="3092204"/>
            <a:chExt cx="805134" cy="2595038"/>
          </a:xfrm>
        </p:grpSpPr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A02949FF-BC36-C5EB-BA15-81BC7F1CA55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id="{A41FC882-1A0C-0855-CFE3-FC62D2ECB1F7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Patriarca – Vila Ré</a:t>
              </a:r>
            </a:p>
          </p:txBody>
        </p:sp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C31ABB6C-BD5E-7580-29E2-C97EBDFF6911}"/>
              </a:ext>
            </a:extLst>
          </p:cNvPr>
          <p:cNvGrpSpPr/>
          <p:nvPr/>
        </p:nvGrpSpPr>
        <p:grpSpPr>
          <a:xfrm>
            <a:off x="8930858" y="2549839"/>
            <a:ext cx="805134" cy="2595038"/>
            <a:chOff x="1804833" y="3092204"/>
            <a:chExt cx="805134" cy="2595038"/>
          </a:xfrm>
        </p:grpSpPr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D64026D1-331D-0760-8B8A-CAC4B5DDFA53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id="{61356804-F92D-AD0D-D6BE-6813D5566F50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Artur Alvim</a:t>
              </a: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DC4F216F-23CD-64C0-87DF-75BA19638A6B}"/>
              </a:ext>
            </a:extLst>
          </p:cNvPr>
          <p:cNvGrpSpPr/>
          <p:nvPr/>
        </p:nvGrpSpPr>
        <p:grpSpPr>
          <a:xfrm>
            <a:off x="9316663" y="2549839"/>
            <a:ext cx="805134" cy="2595038"/>
            <a:chOff x="1804833" y="3092204"/>
            <a:chExt cx="805134" cy="2595038"/>
          </a:xfrm>
        </p:grpSpPr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01215353-ADFB-7394-0171-E712D9464AB8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CaixaDeTexto 59">
              <a:extLst>
                <a:ext uri="{FF2B5EF4-FFF2-40B4-BE49-F238E27FC236}">
                  <a16:creationId xmlns:a16="http://schemas.microsoft.com/office/drawing/2014/main" id="{E5E712D4-F495-46A0-5DA4-A71959195FB2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Corinthians - Itaquera</a:t>
              </a:r>
            </a:p>
          </p:txBody>
        </p:sp>
      </p:grp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9522100D-AAB9-D777-41A7-B0FB0C98752B}"/>
              </a:ext>
            </a:extLst>
          </p:cNvPr>
          <p:cNvGrpSpPr/>
          <p:nvPr/>
        </p:nvGrpSpPr>
        <p:grpSpPr>
          <a:xfrm>
            <a:off x="2712446" y="5794692"/>
            <a:ext cx="389940" cy="246221"/>
            <a:chOff x="1965117" y="5189845"/>
            <a:chExt cx="389940" cy="246221"/>
          </a:xfrm>
        </p:grpSpPr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682976D5-7A73-2ED0-3CD0-01D6C73F15BC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0B3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66" name="CaixaDeTexto 65">
              <a:extLst>
                <a:ext uri="{FF2B5EF4-FFF2-40B4-BE49-F238E27FC236}">
                  <a16:creationId xmlns:a16="http://schemas.microsoft.com/office/drawing/2014/main" id="{521D7F2A-CA14-6DA7-5CA4-B6000B723EA6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13</a:t>
              </a:r>
              <a:endParaRPr lang="pt-BR" sz="5400" dirty="0"/>
            </a:p>
          </p:txBody>
        </p:sp>
      </p:grpSp>
      <p:grpSp>
        <p:nvGrpSpPr>
          <p:cNvPr id="67" name="Agrupar 66">
            <a:extLst>
              <a:ext uri="{FF2B5EF4-FFF2-40B4-BE49-F238E27FC236}">
                <a16:creationId xmlns:a16="http://schemas.microsoft.com/office/drawing/2014/main" id="{F884220D-D4C1-E71B-BE6A-93B8B88AB2EC}"/>
              </a:ext>
            </a:extLst>
          </p:cNvPr>
          <p:cNvGrpSpPr/>
          <p:nvPr/>
        </p:nvGrpSpPr>
        <p:grpSpPr>
          <a:xfrm>
            <a:off x="2712446" y="5598148"/>
            <a:ext cx="389940" cy="246221"/>
            <a:chOff x="1965117" y="5189845"/>
            <a:chExt cx="389940" cy="246221"/>
          </a:xfrm>
        </p:grpSpPr>
        <p:sp>
          <p:nvSpPr>
            <p:cNvPr id="68" name="Elipse 67">
              <a:extLst>
                <a:ext uri="{FF2B5EF4-FFF2-40B4-BE49-F238E27FC236}">
                  <a16:creationId xmlns:a16="http://schemas.microsoft.com/office/drawing/2014/main" id="{11FDFDD5-129C-413B-BA5C-955487054EC0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683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69" name="CaixaDeTexto 68">
              <a:extLst>
                <a:ext uri="{FF2B5EF4-FFF2-40B4-BE49-F238E27FC236}">
                  <a16:creationId xmlns:a16="http://schemas.microsoft.com/office/drawing/2014/main" id="{2C180E69-A657-535F-91C8-60B25BAC4521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11</a:t>
              </a:r>
              <a:endParaRPr lang="pt-BR" sz="5400" dirty="0"/>
            </a:p>
          </p:txBody>
        </p:sp>
      </p:grp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A6E91588-3887-0BC0-C5C2-B0C20A50F835}"/>
              </a:ext>
            </a:extLst>
          </p:cNvPr>
          <p:cNvGrpSpPr/>
          <p:nvPr/>
        </p:nvGrpSpPr>
        <p:grpSpPr>
          <a:xfrm>
            <a:off x="2712446" y="5198808"/>
            <a:ext cx="389940" cy="246221"/>
            <a:chOff x="1965117" y="5189845"/>
            <a:chExt cx="389940" cy="246221"/>
          </a:xfrm>
        </p:grpSpPr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E2666E2C-101C-C9D3-1B23-62A29B9094BF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CA01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23054017-6030-56C1-4182-C570BE73F563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7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1" name="Agrupar 90">
            <a:extLst>
              <a:ext uri="{FF2B5EF4-FFF2-40B4-BE49-F238E27FC236}">
                <a16:creationId xmlns:a16="http://schemas.microsoft.com/office/drawing/2014/main" id="{894E24B2-062B-3F8E-BEEF-8BCBD5C8E20E}"/>
              </a:ext>
            </a:extLst>
          </p:cNvPr>
          <p:cNvGrpSpPr/>
          <p:nvPr/>
        </p:nvGrpSpPr>
        <p:grpSpPr>
          <a:xfrm>
            <a:off x="2716674" y="5396193"/>
            <a:ext cx="389940" cy="246221"/>
            <a:chOff x="1965117" y="5189845"/>
            <a:chExt cx="389940" cy="246221"/>
          </a:xfrm>
        </p:grpSpPr>
        <p:sp>
          <p:nvSpPr>
            <p:cNvPr id="92" name="Elipse 91">
              <a:extLst>
                <a:ext uri="{FF2B5EF4-FFF2-40B4-BE49-F238E27FC236}">
                  <a16:creationId xmlns:a16="http://schemas.microsoft.com/office/drawing/2014/main" id="{73892541-4680-2A10-6110-50DCE2B3ACE5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97A09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93" name="CaixaDeTexto 92">
              <a:extLst>
                <a:ext uri="{FF2B5EF4-FFF2-40B4-BE49-F238E27FC236}">
                  <a16:creationId xmlns:a16="http://schemas.microsoft.com/office/drawing/2014/main" id="{779C79BC-261A-F5BF-30A1-CE1360888B06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8</a:t>
              </a:r>
              <a:endParaRPr lang="pt-BR" sz="5400" dirty="0"/>
            </a:p>
          </p:txBody>
        </p:sp>
      </p:grpSp>
      <p:grpSp>
        <p:nvGrpSpPr>
          <p:cNvPr id="95" name="Agrupar 94">
            <a:extLst>
              <a:ext uri="{FF2B5EF4-FFF2-40B4-BE49-F238E27FC236}">
                <a16:creationId xmlns:a16="http://schemas.microsoft.com/office/drawing/2014/main" id="{03709891-A0CE-62F9-621E-B47A90A83903}"/>
              </a:ext>
            </a:extLst>
          </p:cNvPr>
          <p:cNvGrpSpPr/>
          <p:nvPr/>
        </p:nvGrpSpPr>
        <p:grpSpPr>
          <a:xfrm>
            <a:off x="9258042" y="5201142"/>
            <a:ext cx="389940" cy="246221"/>
            <a:chOff x="1965117" y="5189845"/>
            <a:chExt cx="389940" cy="246221"/>
          </a:xfrm>
        </p:grpSpPr>
        <p:sp>
          <p:nvSpPr>
            <p:cNvPr id="96" name="Elipse 95">
              <a:extLst>
                <a:ext uri="{FF2B5EF4-FFF2-40B4-BE49-F238E27FC236}">
                  <a16:creationId xmlns:a16="http://schemas.microsoft.com/office/drawing/2014/main" id="{D584F04A-39ED-882B-A8F3-5238696DAE75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683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97" name="CaixaDeTexto 96">
              <a:extLst>
                <a:ext uri="{FF2B5EF4-FFF2-40B4-BE49-F238E27FC236}">
                  <a16:creationId xmlns:a16="http://schemas.microsoft.com/office/drawing/2014/main" id="{26196717-5E75-4AF5-1BA4-65DF2CA327D7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11</a:t>
              </a:r>
              <a:endParaRPr lang="pt-BR" sz="5400" dirty="0"/>
            </a:p>
          </p:txBody>
        </p:sp>
      </p:grpSp>
      <p:grpSp>
        <p:nvGrpSpPr>
          <p:cNvPr id="103" name="Agrupar 102">
            <a:extLst>
              <a:ext uri="{FF2B5EF4-FFF2-40B4-BE49-F238E27FC236}">
                <a16:creationId xmlns:a16="http://schemas.microsoft.com/office/drawing/2014/main" id="{94FEBD7B-08F7-6FEC-D406-2E19451B10D9}"/>
              </a:ext>
            </a:extLst>
          </p:cNvPr>
          <p:cNvGrpSpPr/>
          <p:nvPr/>
        </p:nvGrpSpPr>
        <p:grpSpPr>
          <a:xfrm>
            <a:off x="3865432" y="5196937"/>
            <a:ext cx="389940" cy="246221"/>
            <a:chOff x="1965117" y="5189845"/>
            <a:chExt cx="389940" cy="246221"/>
          </a:xfrm>
        </p:grpSpPr>
        <p:sp>
          <p:nvSpPr>
            <p:cNvPr id="104" name="Elipse 103">
              <a:extLst>
                <a:ext uri="{FF2B5EF4-FFF2-40B4-BE49-F238E27FC236}">
                  <a16:creationId xmlns:a16="http://schemas.microsoft.com/office/drawing/2014/main" id="{CA5519C3-41E7-CEC7-1507-13CC165CCCCE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FF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05" name="CaixaDeTexto 104">
              <a:extLst>
                <a:ext uri="{FF2B5EF4-FFF2-40B4-BE49-F238E27FC236}">
                  <a16:creationId xmlns:a16="http://schemas.microsoft.com/office/drawing/2014/main" id="{D7EB9DBB-77ED-193F-D133-0F22B396B0C5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4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9" name="Agrupar 108">
            <a:extLst>
              <a:ext uri="{FF2B5EF4-FFF2-40B4-BE49-F238E27FC236}">
                <a16:creationId xmlns:a16="http://schemas.microsoft.com/office/drawing/2014/main" id="{9B161217-3A1C-B8E7-02FC-7CC1FA81CCB7}"/>
              </a:ext>
            </a:extLst>
          </p:cNvPr>
          <p:cNvGrpSpPr/>
          <p:nvPr/>
        </p:nvGrpSpPr>
        <p:grpSpPr>
          <a:xfrm>
            <a:off x="4636524" y="5201086"/>
            <a:ext cx="389940" cy="246221"/>
            <a:chOff x="1965117" y="5189845"/>
            <a:chExt cx="389940" cy="246221"/>
          </a:xfrm>
        </p:grpSpPr>
        <p:sp>
          <p:nvSpPr>
            <p:cNvPr id="110" name="Elipse 109">
              <a:extLst>
                <a:ext uri="{FF2B5EF4-FFF2-40B4-BE49-F238E27FC236}">
                  <a16:creationId xmlns:a16="http://schemas.microsoft.com/office/drawing/2014/main" id="{E2C3F62E-D986-4291-68D0-B014B01E091C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455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11" name="CaixaDeTexto 110">
              <a:extLst>
                <a:ext uri="{FF2B5EF4-FFF2-40B4-BE49-F238E27FC236}">
                  <a16:creationId xmlns:a16="http://schemas.microsoft.com/office/drawing/2014/main" id="{8B136357-353B-46B2-5017-1AD9467FC41A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1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F9FD9C7E-B385-C71C-718D-85ECDE8DFC36}"/>
              </a:ext>
            </a:extLst>
          </p:cNvPr>
          <p:cNvGrpSpPr/>
          <p:nvPr/>
        </p:nvGrpSpPr>
        <p:grpSpPr>
          <a:xfrm>
            <a:off x="6556155" y="5399368"/>
            <a:ext cx="389940" cy="246221"/>
            <a:chOff x="1965117" y="5189845"/>
            <a:chExt cx="389940" cy="246221"/>
          </a:xfrm>
        </p:grpSpPr>
        <p:sp>
          <p:nvSpPr>
            <p:cNvPr id="113" name="Elipse 112">
              <a:extLst>
                <a:ext uri="{FF2B5EF4-FFF2-40B4-BE49-F238E27FC236}">
                  <a16:creationId xmlns:a16="http://schemas.microsoft.com/office/drawing/2014/main" id="{153D8B07-7F93-8EE7-2ECE-010722BF1056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133C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14" name="CaixaDeTexto 113">
              <a:extLst>
                <a:ext uri="{FF2B5EF4-FFF2-40B4-BE49-F238E27FC236}">
                  <a16:creationId xmlns:a16="http://schemas.microsoft.com/office/drawing/2014/main" id="{8F7C45BA-58BC-6351-3848-63917B2D38A9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>
                  <a:solidFill>
                    <a:schemeClr val="bg1"/>
                  </a:solidFill>
                </a:rPr>
                <a:t>12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5" name="Agrupar 114">
            <a:extLst>
              <a:ext uri="{FF2B5EF4-FFF2-40B4-BE49-F238E27FC236}">
                <a16:creationId xmlns:a16="http://schemas.microsoft.com/office/drawing/2014/main" id="{F8F35108-4556-89D2-94D1-3ADE222939FB}"/>
              </a:ext>
            </a:extLst>
          </p:cNvPr>
          <p:cNvGrpSpPr/>
          <p:nvPr/>
        </p:nvGrpSpPr>
        <p:grpSpPr>
          <a:xfrm>
            <a:off x="6556155" y="5199787"/>
            <a:ext cx="389940" cy="246221"/>
            <a:chOff x="1965117" y="5189845"/>
            <a:chExt cx="389940" cy="246221"/>
          </a:xfrm>
        </p:grpSpPr>
        <p:sp>
          <p:nvSpPr>
            <p:cNvPr id="116" name="Elipse 115">
              <a:extLst>
                <a:ext uri="{FF2B5EF4-FFF2-40B4-BE49-F238E27FC236}">
                  <a16:creationId xmlns:a16="http://schemas.microsoft.com/office/drawing/2014/main" id="{BB99FD0E-7C34-5568-E949-1EC645DC1F68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683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17" name="CaixaDeTexto 116">
              <a:extLst>
                <a:ext uri="{FF2B5EF4-FFF2-40B4-BE49-F238E27FC236}">
                  <a16:creationId xmlns:a16="http://schemas.microsoft.com/office/drawing/2014/main" id="{DE7CB419-CD2E-54F3-F6BA-71765C3847EA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11</a:t>
              </a:r>
              <a:endParaRPr lang="pt-BR" sz="5400" dirty="0"/>
            </a:p>
          </p:txBody>
        </p:sp>
      </p:grpSp>
      <p:grpSp>
        <p:nvGrpSpPr>
          <p:cNvPr id="118" name="Agrupar 117">
            <a:extLst>
              <a:ext uri="{FF2B5EF4-FFF2-40B4-BE49-F238E27FC236}">
                <a16:creationId xmlns:a16="http://schemas.microsoft.com/office/drawing/2014/main" id="{DD070354-8660-D97E-07C6-9DDB1114C5C1}"/>
              </a:ext>
            </a:extLst>
          </p:cNvPr>
          <p:cNvGrpSpPr/>
          <p:nvPr/>
        </p:nvGrpSpPr>
        <p:grpSpPr>
          <a:xfrm>
            <a:off x="7336492" y="5398362"/>
            <a:ext cx="389940" cy="246221"/>
            <a:chOff x="1965117" y="5189845"/>
            <a:chExt cx="389940" cy="246221"/>
          </a:xfrm>
        </p:grpSpPr>
        <p:sp>
          <p:nvSpPr>
            <p:cNvPr id="119" name="Elipse 118">
              <a:extLst>
                <a:ext uri="{FF2B5EF4-FFF2-40B4-BE49-F238E27FC236}">
                  <a16:creationId xmlns:a16="http://schemas.microsoft.com/office/drawing/2014/main" id="{BE1A97A0-8CC8-B1B5-D092-0E98CEA032D0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683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20" name="CaixaDeTexto 119">
              <a:extLst>
                <a:ext uri="{FF2B5EF4-FFF2-40B4-BE49-F238E27FC236}">
                  <a16:creationId xmlns:a16="http://schemas.microsoft.com/office/drawing/2014/main" id="{BCEC9F13-6581-CBE3-55A1-5C0B406D89B4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11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8" name="Agrupar 137">
            <a:extLst>
              <a:ext uri="{FF2B5EF4-FFF2-40B4-BE49-F238E27FC236}">
                <a16:creationId xmlns:a16="http://schemas.microsoft.com/office/drawing/2014/main" id="{2AFEA278-CFE1-289B-0389-93AE7BE9BAE0}"/>
              </a:ext>
            </a:extLst>
          </p:cNvPr>
          <p:cNvGrpSpPr/>
          <p:nvPr/>
        </p:nvGrpSpPr>
        <p:grpSpPr>
          <a:xfrm>
            <a:off x="5408834" y="5791238"/>
            <a:ext cx="389940" cy="246221"/>
            <a:chOff x="1965117" y="5189845"/>
            <a:chExt cx="389940" cy="246221"/>
          </a:xfrm>
        </p:grpSpPr>
        <p:sp>
          <p:nvSpPr>
            <p:cNvPr id="139" name="Elipse 138">
              <a:extLst>
                <a:ext uri="{FF2B5EF4-FFF2-40B4-BE49-F238E27FC236}">
                  <a16:creationId xmlns:a16="http://schemas.microsoft.com/office/drawing/2014/main" id="{FD8DBA0A-B411-CD4B-DC54-F09D8DC50D74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133C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40" name="CaixaDeTexto 139">
              <a:extLst>
                <a:ext uri="{FF2B5EF4-FFF2-40B4-BE49-F238E27FC236}">
                  <a16:creationId xmlns:a16="http://schemas.microsoft.com/office/drawing/2014/main" id="{47640D64-DB4A-5893-3D3A-ADDD21B92D17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>
                  <a:solidFill>
                    <a:schemeClr val="bg1"/>
                  </a:solidFill>
                </a:rPr>
                <a:t>12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1" name="Agrupar 140">
            <a:extLst>
              <a:ext uri="{FF2B5EF4-FFF2-40B4-BE49-F238E27FC236}">
                <a16:creationId xmlns:a16="http://schemas.microsoft.com/office/drawing/2014/main" id="{F4D6AC51-9FFF-5783-3AEB-6F7C5A4A1AF0}"/>
              </a:ext>
            </a:extLst>
          </p:cNvPr>
          <p:cNvGrpSpPr/>
          <p:nvPr/>
        </p:nvGrpSpPr>
        <p:grpSpPr>
          <a:xfrm>
            <a:off x="5402977" y="5200765"/>
            <a:ext cx="389940" cy="246221"/>
            <a:chOff x="1965117" y="5189845"/>
            <a:chExt cx="389940" cy="246221"/>
          </a:xfrm>
        </p:grpSpPr>
        <p:sp>
          <p:nvSpPr>
            <p:cNvPr id="142" name="Elipse 141">
              <a:extLst>
                <a:ext uri="{FF2B5EF4-FFF2-40B4-BE49-F238E27FC236}">
                  <a16:creationId xmlns:a16="http://schemas.microsoft.com/office/drawing/2014/main" id="{B2D9DFC3-E812-A076-C455-C1A637E5615F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CA01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43" name="CaixaDeTexto 142">
              <a:extLst>
                <a:ext uri="{FF2B5EF4-FFF2-40B4-BE49-F238E27FC236}">
                  <a16:creationId xmlns:a16="http://schemas.microsoft.com/office/drawing/2014/main" id="{D509F350-2D5F-83D7-63A7-0D5619E05017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7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4" name="Agrupar 143">
            <a:extLst>
              <a:ext uri="{FF2B5EF4-FFF2-40B4-BE49-F238E27FC236}">
                <a16:creationId xmlns:a16="http://schemas.microsoft.com/office/drawing/2014/main" id="{9752AFDD-7E00-BA74-14E7-949B3515E0B8}"/>
              </a:ext>
            </a:extLst>
          </p:cNvPr>
          <p:cNvGrpSpPr/>
          <p:nvPr/>
        </p:nvGrpSpPr>
        <p:grpSpPr>
          <a:xfrm>
            <a:off x="5408834" y="5594694"/>
            <a:ext cx="389940" cy="246221"/>
            <a:chOff x="1965117" y="5189845"/>
            <a:chExt cx="389940" cy="246221"/>
          </a:xfrm>
        </p:grpSpPr>
        <p:sp>
          <p:nvSpPr>
            <p:cNvPr id="145" name="Elipse 144">
              <a:extLst>
                <a:ext uri="{FF2B5EF4-FFF2-40B4-BE49-F238E27FC236}">
                  <a16:creationId xmlns:a16="http://schemas.microsoft.com/office/drawing/2014/main" id="{B14F7CEE-CF9A-9B36-744A-5C84F67D2587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683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46" name="CaixaDeTexto 145">
              <a:extLst>
                <a:ext uri="{FF2B5EF4-FFF2-40B4-BE49-F238E27FC236}">
                  <a16:creationId xmlns:a16="http://schemas.microsoft.com/office/drawing/2014/main" id="{3948CEEF-0E19-8A47-F78C-266B47A673CC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11</a:t>
              </a:r>
              <a:endParaRPr lang="pt-BR" sz="5400" dirty="0"/>
            </a:p>
          </p:txBody>
        </p:sp>
      </p:grpSp>
      <p:grpSp>
        <p:nvGrpSpPr>
          <p:cNvPr id="147" name="Agrupar 146">
            <a:extLst>
              <a:ext uri="{FF2B5EF4-FFF2-40B4-BE49-F238E27FC236}">
                <a16:creationId xmlns:a16="http://schemas.microsoft.com/office/drawing/2014/main" id="{7C3D8CE1-A009-BFCE-A06F-F8D2DC5F5931}"/>
              </a:ext>
            </a:extLst>
          </p:cNvPr>
          <p:cNvGrpSpPr/>
          <p:nvPr/>
        </p:nvGrpSpPr>
        <p:grpSpPr>
          <a:xfrm>
            <a:off x="5408834" y="5394935"/>
            <a:ext cx="389940" cy="246221"/>
            <a:chOff x="1965117" y="5189845"/>
            <a:chExt cx="389940" cy="246221"/>
          </a:xfrm>
        </p:grpSpPr>
        <p:sp>
          <p:nvSpPr>
            <p:cNvPr id="148" name="Elipse 147">
              <a:extLst>
                <a:ext uri="{FF2B5EF4-FFF2-40B4-BE49-F238E27FC236}">
                  <a16:creationId xmlns:a16="http://schemas.microsoft.com/office/drawing/2014/main" id="{6E40AA2B-6180-3DE0-3C31-125A9FB05EEA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49F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49" name="CaixaDeTexto 148">
              <a:extLst>
                <a:ext uri="{FF2B5EF4-FFF2-40B4-BE49-F238E27FC236}">
                  <a16:creationId xmlns:a16="http://schemas.microsoft.com/office/drawing/2014/main" id="{1441F6BB-1182-892B-9D91-FDE53EE4C2BF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10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0" name="Agrupar 149">
            <a:extLst>
              <a:ext uri="{FF2B5EF4-FFF2-40B4-BE49-F238E27FC236}">
                <a16:creationId xmlns:a16="http://schemas.microsoft.com/office/drawing/2014/main" id="{C5E07A9D-DAF7-E942-F72C-8DCF8A5507B7}"/>
              </a:ext>
            </a:extLst>
          </p:cNvPr>
          <p:cNvGrpSpPr/>
          <p:nvPr/>
        </p:nvGrpSpPr>
        <p:grpSpPr>
          <a:xfrm>
            <a:off x="5413395" y="5996256"/>
            <a:ext cx="389940" cy="246221"/>
            <a:chOff x="1965117" y="5189845"/>
            <a:chExt cx="389940" cy="246221"/>
          </a:xfrm>
        </p:grpSpPr>
        <p:sp>
          <p:nvSpPr>
            <p:cNvPr id="151" name="Elipse 150">
              <a:extLst>
                <a:ext uri="{FF2B5EF4-FFF2-40B4-BE49-F238E27FC236}">
                  <a16:creationId xmlns:a16="http://schemas.microsoft.com/office/drawing/2014/main" id="{B9120BD5-6E68-84B3-E69D-706BBE7ED6A6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0B3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52" name="CaixaDeTexto 151">
              <a:extLst>
                <a:ext uri="{FF2B5EF4-FFF2-40B4-BE49-F238E27FC236}">
                  <a16:creationId xmlns:a16="http://schemas.microsoft.com/office/drawing/2014/main" id="{8E4181CA-D54B-71C3-DFBC-1BBA27159F02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13</a:t>
              </a:r>
              <a:endParaRPr lang="pt-BR" sz="5400" dirty="0"/>
            </a:p>
          </p:txBody>
        </p:sp>
      </p:grp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D476C337-CBED-6DED-2934-2348AA6D5860}"/>
              </a:ext>
            </a:extLst>
          </p:cNvPr>
          <p:cNvSpPr txBox="1"/>
          <p:nvPr/>
        </p:nvSpPr>
        <p:spPr>
          <a:xfrm>
            <a:off x="0" y="6560456"/>
            <a:ext cx="12191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Aptos Narrow" panose="020B0004020202020204" pitchFamily="34" charset="0"/>
              </a:rPr>
              <a:t>Created</a:t>
            </a:r>
            <a:r>
              <a:rPr lang="pt-BR" sz="1400" dirty="0">
                <a:latin typeface="Aptos Narrow" panose="020B0004020202020204" pitchFamily="34" charset="0"/>
              </a:rPr>
              <a:t> </a:t>
            </a:r>
            <a:r>
              <a:rPr lang="pt-BR" sz="1400" dirty="0" err="1">
                <a:latin typeface="Aptos Narrow" panose="020B0004020202020204" pitchFamily="34" charset="0"/>
              </a:rPr>
              <a:t>by</a:t>
            </a:r>
            <a:r>
              <a:rPr lang="pt-BR" sz="1400" dirty="0">
                <a:latin typeface="Aptos Narrow" panose="020B0004020202020204" pitchFamily="34" charset="0"/>
              </a:rPr>
              <a:t> Sampa-4-u</a:t>
            </a:r>
          </a:p>
        </p:txBody>
      </p:sp>
      <p:pic>
        <p:nvPicPr>
          <p:cNvPr id="63" name="Imagem 62" descr="Ícone&#10;&#10;Descrição gerada automaticamente">
            <a:extLst>
              <a:ext uri="{FF2B5EF4-FFF2-40B4-BE49-F238E27FC236}">
                <a16:creationId xmlns:a16="http://schemas.microsoft.com/office/drawing/2014/main" id="{456FA9A0-ABF3-D3F9-D1A5-1ED9E6F53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54" y="6577291"/>
            <a:ext cx="274105" cy="27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177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55FD6EB-827D-3B63-3F3C-50EE238D58E6}"/>
              </a:ext>
            </a:extLst>
          </p:cNvPr>
          <p:cNvSpPr/>
          <p:nvPr/>
        </p:nvSpPr>
        <p:spPr>
          <a:xfrm>
            <a:off x="0" y="4926106"/>
            <a:ext cx="12192000" cy="259976"/>
          </a:xfrm>
          <a:prstGeom prst="rect">
            <a:avLst/>
          </a:prstGeom>
          <a:solidFill>
            <a:srgbClr val="FFF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C2E2D31B-D755-5B6F-2FFF-109653A4FF1A}"/>
              </a:ext>
            </a:extLst>
          </p:cNvPr>
          <p:cNvGrpSpPr/>
          <p:nvPr/>
        </p:nvGrpSpPr>
        <p:grpSpPr>
          <a:xfrm>
            <a:off x="4086607" y="2549839"/>
            <a:ext cx="805134" cy="2595038"/>
            <a:chOff x="1804833" y="3092204"/>
            <a:chExt cx="805134" cy="2595038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C95CA267-6C29-0110-E4F1-57794B5C202C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EB114049-6A24-26B9-0D39-0B93BB0469B4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Luz</a:t>
              </a:r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1F0B8B9B-421D-4E10-5804-7C9D3DA7C1FA}"/>
              </a:ext>
            </a:extLst>
          </p:cNvPr>
          <p:cNvGrpSpPr/>
          <p:nvPr/>
        </p:nvGrpSpPr>
        <p:grpSpPr>
          <a:xfrm>
            <a:off x="4470027" y="2549839"/>
            <a:ext cx="805134" cy="2595038"/>
            <a:chOff x="1804833" y="3092204"/>
            <a:chExt cx="805134" cy="2595038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AF53D212-3E19-7618-19FB-166B06AB7827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91F5E497-BA18-DC63-3057-B226BA6DECEE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República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B8D7D0F-FDB6-B735-C07E-50E389C71A44}"/>
              </a:ext>
            </a:extLst>
          </p:cNvPr>
          <p:cNvGrpSpPr/>
          <p:nvPr/>
        </p:nvGrpSpPr>
        <p:grpSpPr>
          <a:xfrm>
            <a:off x="4855828" y="1917405"/>
            <a:ext cx="974594" cy="3227472"/>
            <a:chOff x="1804833" y="2459770"/>
            <a:chExt cx="974594" cy="3227472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EFA26330-C102-C5BB-56CB-6E7FE068D770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B2C563DF-C56D-837B-5B30-021612C7995A}"/>
                </a:ext>
              </a:extLst>
            </p:cNvPr>
            <p:cNvSpPr txBox="1"/>
            <p:nvPr/>
          </p:nvSpPr>
          <p:spPr>
            <a:xfrm rot="18000000">
              <a:off x="1041403" y="3828462"/>
              <a:ext cx="31067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Higienópolis - Mackenzie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11A8AA0C-3774-F50E-23C9-A546B4046F42}"/>
              </a:ext>
            </a:extLst>
          </p:cNvPr>
          <p:cNvGrpSpPr/>
          <p:nvPr/>
        </p:nvGrpSpPr>
        <p:grpSpPr>
          <a:xfrm>
            <a:off x="5241629" y="1128330"/>
            <a:ext cx="1255275" cy="4016547"/>
            <a:chOff x="1804833" y="1670695"/>
            <a:chExt cx="1255275" cy="4016547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E82D98DD-1431-1434-720F-7225034CF5EC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A07B9DA3-17BF-E69D-C055-E418999F2F89}"/>
                </a:ext>
              </a:extLst>
            </p:cNvPr>
            <p:cNvSpPr txBox="1"/>
            <p:nvPr/>
          </p:nvSpPr>
          <p:spPr>
            <a:xfrm rot="18000000">
              <a:off x="829971" y="3393001"/>
              <a:ext cx="3952443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Paulista</a:t>
              </a:r>
            </a:p>
            <a:p>
              <a:r>
                <a:rPr lang="pt-BR" sz="900" dirty="0"/>
                <a:t>Pernambucanas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30EB92E6-2BCC-8368-6861-DD81E5600007}"/>
              </a:ext>
            </a:extLst>
          </p:cNvPr>
          <p:cNvGrpSpPr/>
          <p:nvPr/>
        </p:nvGrpSpPr>
        <p:grpSpPr>
          <a:xfrm>
            <a:off x="5627430" y="2549839"/>
            <a:ext cx="805134" cy="2595038"/>
            <a:chOff x="1804833" y="3092204"/>
            <a:chExt cx="805134" cy="2595038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96C1AA8B-CC24-25B4-4E6E-0E908B05235E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128F69A3-DED0-94C8-C09B-AC877EE0A4B1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Oscar Freire</a:t>
              </a: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84594EA4-DFB7-41A9-806F-6A95AE4C83CC}"/>
              </a:ext>
            </a:extLst>
          </p:cNvPr>
          <p:cNvGrpSpPr/>
          <p:nvPr/>
        </p:nvGrpSpPr>
        <p:grpSpPr>
          <a:xfrm>
            <a:off x="6013231" y="2549839"/>
            <a:ext cx="805134" cy="2595038"/>
            <a:chOff x="1804833" y="3092204"/>
            <a:chExt cx="805134" cy="2595038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B2E0B88F-EA9D-5DC4-5C36-AE8D8342B195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7FF8510-12F2-2027-5835-6C6E8D6725D8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Fradique Coutinho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69061FA2-A328-18E4-B321-49D0A37C1B99}"/>
              </a:ext>
            </a:extLst>
          </p:cNvPr>
          <p:cNvGrpSpPr/>
          <p:nvPr/>
        </p:nvGrpSpPr>
        <p:grpSpPr>
          <a:xfrm>
            <a:off x="6396651" y="2549839"/>
            <a:ext cx="805134" cy="2595038"/>
            <a:chOff x="1804833" y="3092204"/>
            <a:chExt cx="805134" cy="2595038"/>
          </a:xfrm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57F54E0C-E939-9259-35A5-EB8D16ABB883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7FD6CC84-4FBF-5F1B-2496-9598DFC60CA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Faria Lima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8DEF9A1F-DF74-4941-965F-A85CC44CE89E}"/>
              </a:ext>
            </a:extLst>
          </p:cNvPr>
          <p:cNvGrpSpPr/>
          <p:nvPr/>
        </p:nvGrpSpPr>
        <p:grpSpPr>
          <a:xfrm>
            <a:off x="6780071" y="2549839"/>
            <a:ext cx="805134" cy="2595038"/>
            <a:chOff x="1804833" y="3092204"/>
            <a:chExt cx="805134" cy="2595038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3EB21336-C190-34B7-C05D-5C9EF952599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EA61F06A-45C4-EE6A-66DF-EF3A1F06F500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Pinheiros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8B8BE210-965D-39B4-85A6-B70744F9DB10}"/>
              </a:ext>
            </a:extLst>
          </p:cNvPr>
          <p:cNvGrpSpPr/>
          <p:nvPr/>
        </p:nvGrpSpPr>
        <p:grpSpPr>
          <a:xfrm>
            <a:off x="7163491" y="2549839"/>
            <a:ext cx="805134" cy="2595038"/>
            <a:chOff x="1804833" y="3092204"/>
            <a:chExt cx="805134" cy="2595038"/>
          </a:xfrm>
        </p:grpSpPr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2FBF2C72-5AAE-FE36-0B6F-291DFD281D6C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7724532C-EDD3-AD9A-5DFB-9A20B0DC2A5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Butantã</a:t>
              </a: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04824A02-28A4-DD0C-37CC-52C484815FE0}"/>
              </a:ext>
            </a:extLst>
          </p:cNvPr>
          <p:cNvGrpSpPr/>
          <p:nvPr/>
        </p:nvGrpSpPr>
        <p:grpSpPr>
          <a:xfrm>
            <a:off x="7547680" y="2549839"/>
            <a:ext cx="805134" cy="2595038"/>
            <a:chOff x="1804833" y="3092204"/>
            <a:chExt cx="805134" cy="2595038"/>
          </a:xfrm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2129E0E1-D562-4EB0-D316-79AAA98F847F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C5C9A0F9-0D0A-F3A6-5F6A-7A33ACFD1AC2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São Paulo - Morumbi</a:t>
              </a:r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611CFA36-259E-236D-D7D2-CF91A83D1EDC}"/>
              </a:ext>
            </a:extLst>
          </p:cNvPr>
          <p:cNvGrpSpPr/>
          <p:nvPr/>
        </p:nvGrpSpPr>
        <p:grpSpPr>
          <a:xfrm>
            <a:off x="7933481" y="2549840"/>
            <a:ext cx="882078" cy="2595037"/>
            <a:chOff x="1804833" y="3092205"/>
            <a:chExt cx="882078" cy="2595037"/>
          </a:xfrm>
        </p:grpSpPr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A28613AA-5512-6262-A4EC-22BDF170B70D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2BAB4EE2-CAC0-FF66-BB14-0405B99E3A6B}"/>
                </a:ext>
              </a:extLst>
            </p:cNvPr>
            <p:cNvSpPr txBox="1"/>
            <p:nvPr/>
          </p:nvSpPr>
          <p:spPr>
            <a:xfrm rot="18000000">
              <a:off x="1210863" y="4045033"/>
              <a:ext cx="2428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Vila Sônia</a:t>
              </a:r>
            </a:p>
            <a:p>
              <a:r>
                <a:rPr lang="pt-BR" sz="900" dirty="0" err="1"/>
                <a:t>Profª</a:t>
              </a:r>
              <a:r>
                <a:rPr lang="pt-BR" sz="900" dirty="0"/>
                <a:t> Elisabeth </a:t>
              </a:r>
              <a:r>
                <a:rPr lang="pt-BR" sz="900" dirty="0" err="1"/>
                <a:t>Ternreiro</a:t>
              </a:r>
              <a:endParaRPr lang="pt-BR" sz="900" dirty="0"/>
            </a:p>
          </p:txBody>
        </p:sp>
      </p:grp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C7FF75C9-B97A-91DF-FE63-8AA0DF2D38DA}"/>
              </a:ext>
            </a:extLst>
          </p:cNvPr>
          <p:cNvGrpSpPr/>
          <p:nvPr/>
        </p:nvGrpSpPr>
        <p:grpSpPr>
          <a:xfrm>
            <a:off x="6721900" y="5198807"/>
            <a:ext cx="389940" cy="246221"/>
            <a:chOff x="1965117" y="5189845"/>
            <a:chExt cx="389940" cy="246221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BABBDEFC-DDAA-A20B-E017-C2EE4D995781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1A9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63" name="CaixaDeTexto 62">
              <a:extLst>
                <a:ext uri="{FF2B5EF4-FFF2-40B4-BE49-F238E27FC236}">
                  <a16:creationId xmlns:a16="http://schemas.microsoft.com/office/drawing/2014/main" id="{9537F8BF-922D-E4BB-E19E-DE82490A3CE1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9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6DEAC078-14D9-A60B-510A-3BB3B4493F9C}"/>
              </a:ext>
            </a:extLst>
          </p:cNvPr>
          <p:cNvGrpSpPr/>
          <p:nvPr/>
        </p:nvGrpSpPr>
        <p:grpSpPr>
          <a:xfrm>
            <a:off x="4030683" y="5794692"/>
            <a:ext cx="389940" cy="246221"/>
            <a:chOff x="1965117" y="5189845"/>
            <a:chExt cx="389940" cy="246221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5F37EA26-B4B7-8842-5B20-CD0832DCC5C3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683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67" name="CaixaDeTexto 66">
              <a:extLst>
                <a:ext uri="{FF2B5EF4-FFF2-40B4-BE49-F238E27FC236}">
                  <a16:creationId xmlns:a16="http://schemas.microsoft.com/office/drawing/2014/main" id="{87FA7F53-E998-8F75-D84F-35BE156ADC27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11</a:t>
              </a:r>
              <a:endParaRPr lang="pt-BR" sz="5400" dirty="0"/>
            </a:p>
          </p:txBody>
        </p:sp>
      </p:grp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A7CFED11-C676-FA89-DFC1-E368910B4663}"/>
              </a:ext>
            </a:extLst>
          </p:cNvPr>
          <p:cNvGrpSpPr/>
          <p:nvPr/>
        </p:nvGrpSpPr>
        <p:grpSpPr>
          <a:xfrm>
            <a:off x="4030683" y="5598148"/>
            <a:ext cx="389940" cy="246221"/>
            <a:chOff x="1965117" y="5189845"/>
            <a:chExt cx="389940" cy="246221"/>
          </a:xfrm>
        </p:grpSpPr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E6129FF2-8ED3-E6EE-D1B9-A05E5544D8D6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49F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70" name="CaixaDeTexto 69">
              <a:extLst>
                <a:ext uri="{FF2B5EF4-FFF2-40B4-BE49-F238E27FC236}">
                  <a16:creationId xmlns:a16="http://schemas.microsoft.com/office/drawing/2014/main" id="{50FD9826-2C96-C6FE-3652-C3AA8D76A789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10</a:t>
              </a:r>
              <a:endParaRPr lang="pt-BR" sz="5400" dirty="0"/>
            </a:p>
          </p:txBody>
        </p:sp>
      </p:grpSp>
      <p:grpSp>
        <p:nvGrpSpPr>
          <p:cNvPr id="71" name="Agrupar 70">
            <a:extLst>
              <a:ext uri="{FF2B5EF4-FFF2-40B4-BE49-F238E27FC236}">
                <a16:creationId xmlns:a16="http://schemas.microsoft.com/office/drawing/2014/main" id="{8108C55A-684C-2C8D-FC10-9FDDCD2656C2}"/>
              </a:ext>
            </a:extLst>
          </p:cNvPr>
          <p:cNvGrpSpPr/>
          <p:nvPr/>
        </p:nvGrpSpPr>
        <p:grpSpPr>
          <a:xfrm>
            <a:off x="4035445" y="5198808"/>
            <a:ext cx="389940" cy="246221"/>
            <a:chOff x="1965117" y="5189845"/>
            <a:chExt cx="389940" cy="246221"/>
          </a:xfrm>
        </p:grpSpPr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2E810F31-19FC-8C50-5583-3F30C99EAB86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455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73" name="CaixaDeTexto 72">
              <a:extLst>
                <a:ext uri="{FF2B5EF4-FFF2-40B4-BE49-F238E27FC236}">
                  <a16:creationId xmlns:a16="http://schemas.microsoft.com/office/drawing/2014/main" id="{2D592611-CB05-0C30-46C6-BCE2B8C94247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1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FD33B262-6854-A2A7-99A8-122C5C96101F}"/>
              </a:ext>
            </a:extLst>
          </p:cNvPr>
          <p:cNvGrpSpPr/>
          <p:nvPr/>
        </p:nvGrpSpPr>
        <p:grpSpPr>
          <a:xfrm>
            <a:off x="4034911" y="5396193"/>
            <a:ext cx="389940" cy="246221"/>
            <a:chOff x="1965117" y="5189845"/>
            <a:chExt cx="389940" cy="246221"/>
          </a:xfrm>
        </p:grpSpPr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238D9309-967A-D35D-5FE0-182613758469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CA01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76" name="CaixaDeTexto 75">
              <a:extLst>
                <a:ext uri="{FF2B5EF4-FFF2-40B4-BE49-F238E27FC236}">
                  <a16:creationId xmlns:a16="http://schemas.microsoft.com/office/drawing/2014/main" id="{7A68B995-C00A-D50F-8189-7DE705CA85A3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7</a:t>
              </a:r>
              <a:endParaRPr lang="pt-BR" sz="5400" dirty="0"/>
            </a:p>
          </p:txBody>
        </p:sp>
      </p:grp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83A1623E-0966-9C2E-763C-816AD6F0EDBF}"/>
              </a:ext>
            </a:extLst>
          </p:cNvPr>
          <p:cNvGrpSpPr/>
          <p:nvPr/>
        </p:nvGrpSpPr>
        <p:grpSpPr>
          <a:xfrm>
            <a:off x="4405765" y="5197515"/>
            <a:ext cx="389940" cy="246221"/>
            <a:chOff x="1965117" y="5189845"/>
            <a:chExt cx="389940" cy="246221"/>
          </a:xfrm>
        </p:grpSpPr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4B808B31-7171-660D-C94F-0DE47E1E7594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EE37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79" name="CaixaDeTexto 78">
              <a:extLst>
                <a:ext uri="{FF2B5EF4-FFF2-40B4-BE49-F238E27FC236}">
                  <a16:creationId xmlns:a16="http://schemas.microsoft.com/office/drawing/2014/main" id="{C07F1E49-2EC0-B8ED-EEB5-B871F21050E9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3</a:t>
              </a:r>
              <a:endParaRPr lang="pt-BR" sz="5400" dirty="0"/>
            </a:p>
          </p:txBody>
        </p:sp>
      </p:grpSp>
      <p:grpSp>
        <p:nvGrpSpPr>
          <p:cNvPr id="82" name="Agrupar 81">
            <a:extLst>
              <a:ext uri="{FF2B5EF4-FFF2-40B4-BE49-F238E27FC236}">
                <a16:creationId xmlns:a16="http://schemas.microsoft.com/office/drawing/2014/main" id="{BFEC2609-7696-9D29-49D5-EA632E47010E}"/>
              </a:ext>
            </a:extLst>
          </p:cNvPr>
          <p:cNvGrpSpPr/>
          <p:nvPr/>
        </p:nvGrpSpPr>
        <p:grpSpPr>
          <a:xfrm>
            <a:off x="5181453" y="5194739"/>
            <a:ext cx="389940" cy="246221"/>
            <a:chOff x="1965117" y="5189845"/>
            <a:chExt cx="389940" cy="246221"/>
          </a:xfrm>
        </p:grpSpPr>
        <p:sp>
          <p:nvSpPr>
            <p:cNvPr id="83" name="Elipse 82">
              <a:extLst>
                <a:ext uri="{FF2B5EF4-FFF2-40B4-BE49-F238E27FC236}">
                  <a16:creationId xmlns:a16="http://schemas.microsoft.com/office/drawing/2014/main" id="{68A81291-CBCB-13E1-9C1F-052A0F48814C}"/>
                </a:ext>
              </a:extLst>
            </p:cNvPr>
            <p:cNvSpPr>
              <a:spLocks/>
            </p:cNvSpPr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07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84" name="CaixaDeTexto 83">
              <a:extLst>
                <a:ext uri="{FF2B5EF4-FFF2-40B4-BE49-F238E27FC236}">
                  <a16:creationId xmlns:a16="http://schemas.microsoft.com/office/drawing/2014/main" id="{9660A56E-774D-8645-B2A3-62C226815240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2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D7368E-310E-C283-60D6-15BD597BA65B}"/>
              </a:ext>
            </a:extLst>
          </p:cNvPr>
          <p:cNvSpPr txBox="1"/>
          <p:nvPr/>
        </p:nvSpPr>
        <p:spPr>
          <a:xfrm>
            <a:off x="0" y="6560456"/>
            <a:ext cx="12191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Aptos Narrow" panose="020B0004020202020204" pitchFamily="34" charset="0"/>
              </a:rPr>
              <a:t>Created</a:t>
            </a:r>
            <a:r>
              <a:rPr lang="pt-BR" sz="1400" dirty="0">
                <a:latin typeface="Aptos Narrow" panose="020B0004020202020204" pitchFamily="34" charset="0"/>
              </a:rPr>
              <a:t> </a:t>
            </a:r>
            <a:r>
              <a:rPr lang="pt-BR" sz="1400" dirty="0" err="1">
                <a:latin typeface="Aptos Narrow" panose="020B0004020202020204" pitchFamily="34" charset="0"/>
              </a:rPr>
              <a:t>by</a:t>
            </a:r>
            <a:r>
              <a:rPr lang="pt-BR" sz="1400" dirty="0">
                <a:latin typeface="Aptos Narrow" panose="020B0004020202020204" pitchFamily="34" charset="0"/>
              </a:rPr>
              <a:t> Sampa-4-u</a:t>
            </a:r>
          </a:p>
        </p:txBody>
      </p:sp>
      <p:pic>
        <p:nvPicPr>
          <p:cNvPr id="9" name="Imagem 8" descr="Ícone&#10;&#10;Descrição gerada automaticamente">
            <a:extLst>
              <a:ext uri="{FF2B5EF4-FFF2-40B4-BE49-F238E27FC236}">
                <a16:creationId xmlns:a16="http://schemas.microsoft.com/office/drawing/2014/main" id="{49ABFBC7-EB61-F4E5-8AD7-CB87BE968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54" y="6577291"/>
            <a:ext cx="274105" cy="274105"/>
          </a:xfrm>
          <a:prstGeom prst="rect">
            <a:avLst/>
          </a:prstGeom>
        </p:spPr>
      </p:pic>
      <p:pic>
        <p:nvPicPr>
          <p:cNvPr id="2" name="Imagem 202">
            <a:extLst>
              <a:ext uri="{FF2B5EF4-FFF2-40B4-BE49-F238E27FC236}">
                <a16:creationId xmlns:a16="http://schemas.microsoft.com/office/drawing/2014/main" id="{8F1DB614-289D-A1F6-5471-6DAECB7C9CE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1135"/>
          <a:stretch/>
        </p:blipFill>
        <p:spPr>
          <a:xfrm>
            <a:off x="7165570" y="5238963"/>
            <a:ext cx="181562" cy="17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662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D4703765-8F89-5848-AC6A-06463A0CF8E9}"/>
              </a:ext>
            </a:extLst>
          </p:cNvPr>
          <p:cNvGrpSpPr/>
          <p:nvPr/>
        </p:nvGrpSpPr>
        <p:grpSpPr>
          <a:xfrm>
            <a:off x="3266947" y="5198808"/>
            <a:ext cx="389940" cy="246221"/>
            <a:chOff x="1965117" y="5189845"/>
            <a:chExt cx="389940" cy="246221"/>
          </a:xfrm>
        </p:grpSpPr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DFCD6057-4B58-9E6E-2FB8-48D8A31E0132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455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3155EE01-9590-36AE-378E-06CF67808A13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1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97A6ADC1-BCCE-4260-6078-79505588663D}"/>
              </a:ext>
            </a:extLst>
          </p:cNvPr>
          <p:cNvSpPr/>
          <p:nvPr/>
        </p:nvSpPr>
        <p:spPr>
          <a:xfrm>
            <a:off x="0" y="4926106"/>
            <a:ext cx="12192000" cy="259976"/>
          </a:xfrm>
          <a:prstGeom prst="rect">
            <a:avLst/>
          </a:prstGeom>
          <a:solidFill>
            <a:srgbClr val="9B38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98473757-8E74-90C2-FAE5-9CFFAD37F3D6}"/>
              </a:ext>
            </a:extLst>
          </p:cNvPr>
          <p:cNvGrpSpPr/>
          <p:nvPr/>
        </p:nvGrpSpPr>
        <p:grpSpPr>
          <a:xfrm>
            <a:off x="2943607" y="2549839"/>
            <a:ext cx="805134" cy="2595038"/>
            <a:chOff x="1804833" y="3092204"/>
            <a:chExt cx="805134" cy="2595038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E4C2627-0787-90FC-86A4-D86FD325274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1A486DE0-BEFD-555F-CF58-4B8D4D47FCD9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Chácara Klabin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4A0D8505-EC06-D0E6-22B5-C13C5398F0E8}"/>
              </a:ext>
            </a:extLst>
          </p:cNvPr>
          <p:cNvGrpSpPr/>
          <p:nvPr/>
        </p:nvGrpSpPr>
        <p:grpSpPr>
          <a:xfrm>
            <a:off x="3327027" y="2549839"/>
            <a:ext cx="805134" cy="2595038"/>
            <a:chOff x="1804833" y="3092204"/>
            <a:chExt cx="805134" cy="2595038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C135A034-4BFC-7E11-0642-7C8318709443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0D249031-41EA-3E8B-3BD3-574BD3F2DE15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Santa Cruz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D16DAA2A-C043-565C-9CE2-22485B6AFCDC}"/>
              </a:ext>
            </a:extLst>
          </p:cNvPr>
          <p:cNvGrpSpPr/>
          <p:nvPr/>
        </p:nvGrpSpPr>
        <p:grpSpPr>
          <a:xfrm>
            <a:off x="3712828" y="2549839"/>
            <a:ext cx="805134" cy="2595038"/>
            <a:chOff x="1804833" y="3092204"/>
            <a:chExt cx="805134" cy="2595038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1D194119-51B2-9B49-9A1C-488E7CAB3C28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60C9E623-8FBF-CAB0-5595-315E3AA74E04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Hospital São Paulo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B991502-F8BA-517D-0C82-0723BDBE092B}"/>
              </a:ext>
            </a:extLst>
          </p:cNvPr>
          <p:cNvGrpSpPr/>
          <p:nvPr/>
        </p:nvGrpSpPr>
        <p:grpSpPr>
          <a:xfrm>
            <a:off x="4098629" y="2549839"/>
            <a:ext cx="805134" cy="2595038"/>
            <a:chOff x="1804833" y="3092204"/>
            <a:chExt cx="805134" cy="2595038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18CDBA38-B7CE-B942-67AB-FF3F183B9ECD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7BF9C8E4-FEB2-C0B9-1630-073CC89259B3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AACD - Servidor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6324E936-46B0-0293-E7B0-08E8A53B6B1A}"/>
              </a:ext>
            </a:extLst>
          </p:cNvPr>
          <p:cNvGrpSpPr/>
          <p:nvPr/>
        </p:nvGrpSpPr>
        <p:grpSpPr>
          <a:xfrm>
            <a:off x="4484430" y="2549839"/>
            <a:ext cx="805134" cy="2595038"/>
            <a:chOff x="1804833" y="3092204"/>
            <a:chExt cx="805134" cy="2595038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E24F3F20-D75E-1F6B-B566-43F4F9FADC43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95473A32-7092-BE53-8ECA-62DEAB4DE756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Moema</a:t>
              </a: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C8E457ED-BDF0-8F94-E08A-227FA5B5E4B2}"/>
              </a:ext>
            </a:extLst>
          </p:cNvPr>
          <p:cNvGrpSpPr/>
          <p:nvPr/>
        </p:nvGrpSpPr>
        <p:grpSpPr>
          <a:xfrm>
            <a:off x="4870231" y="2549839"/>
            <a:ext cx="805134" cy="2595038"/>
            <a:chOff x="1804833" y="3092204"/>
            <a:chExt cx="805134" cy="2595038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CC31DB3F-6446-DEC9-B9ED-35FB1C485422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3E1D0C9F-B507-DEF6-D5F4-523F97EF97CD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Eucaliptos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02445B7B-41A9-C4B0-7910-96E139A09A32}"/>
              </a:ext>
            </a:extLst>
          </p:cNvPr>
          <p:cNvGrpSpPr/>
          <p:nvPr/>
        </p:nvGrpSpPr>
        <p:grpSpPr>
          <a:xfrm>
            <a:off x="5253651" y="2549839"/>
            <a:ext cx="805134" cy="2595038"/>
            <a:chOff x="1804833" y="3092204"/>
            <a:chExt cx="805134" cy="2595038"/>
          </a:xfrm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2558B1E-138C-97D8-0512-80C1CF7F47E6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501F9BA2-2DFD-4F04-EDBB-EA0E9980B336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Campo Belo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E2C00181-688D-B77A-1413-BFCD8AC96038}"/>
              </a:ext>
            </a:extLst>
          </p:cNvPr>
          <p:cNvGrpSpPr/>
          <p:nvPr/>
        </p:nvGrpSpPr>
        <p:grpSpPr>
          <a:xfrm>
            <a:off x="5637071" y="2549839"/>
            <a:ext cx="805134" cy="2595038"/>
            <a:chOff x="1804833" y="3092204"/>
            <a:chExt cx="805134" cy="2595038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158A61F5-EFE1-CE4D-71F5-43D1A2E8C92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F379161A-BBCF-74B2-B35A-69CD584BAF4A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Brooklin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3669AE20-7E43-5B76-3F03-E12217E24190}"/>
              </a:ext>
            </a:extLst>
          </p:cNvPr>
          <p:cNvGrpSpPr/>
          <p:nvPr/>
        </p:nvGrpSpPr>
        <p:grpSpPr>
          <a:xfrm>
            <a:off x="6020491" y="2549839"/>
            <a:ext cx="805134" cy="2595038"/>
            <a:chOff x="1804833" y="3092204"/>
            <a:chExt cx="805134" cy="2595038"/>
          </a:xfrm>
        </p:grpSpPr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E8A3EB81-7A9C-76B8-F906-B538721DD84E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FE6B09D8-E8E0-D806-402D-EB058FC6FB50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Borba Gato</a:t>
              </a: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9A612292-CA0C-9614-858E-8E461EB7E349}"/>
              </a:ext>
            </a:extLst>
          </p:cNvPr>
          <p:cNvGrpSpPr/>
          <p:nvPr/>
        </p:nvGrpSpPr>
        <p:grpSpPr>
          <a:xfrm>
            <a:off x="6404680" y="2549839"/>
            <a:ext cx="805134" cy="2595038"/>
            <a:chOff x="1804833" y="3092204"/>
            <a:chExt cx="805134" cy="2595038"/>
          </a:xfrm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1BEAB506-3C0C-8E6F-CAEB-EDA6AB0CB6A0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54EBC412-2F3C-98E1-310F-D4C4DA278D5E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Alto da Boa Vista</a:t>
              </a:r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52981B4F-D038-9CDC-0795-FD8FE2204C8C}"/>
              </a:ext>
            </a:extLst>
          </p:cNvPr>
          <p:cNvGrpSpPr/>
          <p:nvPr/>
        </p:nvGrpSpPr>
        <p:grpSpPr>
          <a:xfrm>
            <a:off x="6790481" y="2549840"/>
            <a:ext cx="874383" cy="2595037"/>
            <a:chOff x="1804833" y="3092205"/>
            <a:chExt cx="874383" cy="2595037"/>
          </a:xfrm>
        </p:grpSpPr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3DAE1DA5-257D-FAF1-E5E8-3C226A77DA47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B0F5C2A3-0A6B-8E48-D203-C0CF07834DAE}"/>
                </a:ext>
              </a:extLst>
            </p:cNvPr>
            <p:cNvSpPr txBox="1"/>
            <p:nvPr/>
          </p:nvSpPr>
          <p:spPr>
            <a:xfrm rot="18000000">
              <a:off x="1210863" y="4052727"/>
              <a:ext cx="2428875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Adolfo Pinheiro</a:t>
              </a:r>
            </a:p>
            <a:p>
              <a:r>
                <a:rPr lang="pt-BR" sz="900" dirty="0" err="1"/>
                <a:t>Unisa</a:t>
              </a:r>
              <a:endParaRPr lang="pt-BR" sz="900" dirty="0"/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A77D39EB-DE53-782F-3FEE-884F37037EBF}"/>
              </a:ext>
            </a:extLst>
          </p:cNvPr>
          <p:cNvGrpSpPr/>
          <p:nvPr/>
        </p:nvGrpSpPr>
        <p:grpSpPr>
          <a:xfrm>
            <a:off x="7176282" y="2549839"/>
            <a:ext cx="805134" cy="2595038"/>
            <a:chOff x="1804833" y="3092204"/>
            <a:chExt cx="805134" cy="2595038"/>
          </a:xfrm>
        </p:grpSpPr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753879CE-72B0-A75F-8AFD-E3E65A9B40CC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DD55027F-C39F-D7F9-266D-53AF302A476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Largo Treze</a:t>
              </a:r>
            </a:p>
          </p:txBody>
        </p: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968B4673-AF96-6736-803C-19E63BD1E589}"/>
              </a:ext>
            </a:extLst>
          </p:cNvPr>
          <p:cNvGrpSpPr/>
          <p:nvPr/>
        </p:nvGrpSpPr>
        <p:grpSpPr>
          <a:xfrm>
            <a:off x="7562664" y="2549839"/>
            <a:ext cx="805134" cy="2595038"/>
            <a:chOff x="1804833" y="3092204"/>
            <a:chExt cx="805134" cy="2595038"/>
          </a:xfrm>
        </p:grpSpPr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8CE6BC13-C6B4-C991-2C0B-AF9804ECF73F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C7021CFA-D676-7890-0671-8CB37F6FB4E2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Santo Amaro</a:t>
              </a:r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68D4CE62-9E4C-72DC-F1DB-5AC264F4B306}"/>
              </a:ext>
            </a:extLst>
          </p:cNvPr>
          <p:cNvGrpSpPr/>
          <p:nvPr/>
        </p:nvGrpSpPr>
        <p:grpSpPr>
          <a:xfrm>
            <a:off x="7948465" y="2549839"/>
            <a:ext cx="805134" cy="2595038"/>
            <a:chOff x="1804833" y="3092204"/>
            <a:chExt cx="805134" cy="2595038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5345CB71-BC2D-7060-5021-F97E540E0511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64DB8084-AE47-F686-B05E-0BD32B319BB8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Giovanni Gronchi</a:t>
              </a:r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0634128B-4382-DBCC-DA25-9BF760A882FE}"/>
              </a:ext>
            </a:extLst>
          </p:cNvPr>
          <p:cNvGrpSpPr/>
          <p:nvPr/>
        </p:nvGrpSpPr>
        <p:grpSpPr>
          <a:xfrm>
            <a:off x="8334264" y="2549839"/>
            <a:ext cx="805134" cy="2595038"/>
            <a:chOff x="1804833" y="3092204"/>
            <a:chExt cx="805134" cy="2595038"/>
          </a:xfrm>
        </p:grpSpPr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207AD80B-E31F-096B-8CF7-47887B15CA1F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249582D5-37A0-EE12-AC0E-AB4D9CA8076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Vila das Belezas</a:t>
              </a:r>
            </a:p>
          </p:txBody>
        </p:sp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C4276623-39F3-2AA5-1B92-A0EF35768007}"/>
              </a:ext>
            </a:extLst>
          </p:cNvPr>
          <p:cNvGrpSpPr/>
          <p:nvPr/>
        </p:nvGrpSpPr>
        <p:grpSpPr>
          <a:xfrm>
            <a:off x="8719870" y="2549839"/>
            <a:ext cx="805134" cy="2595038"/>
            <a:chOff x="1804833" y="3092204"/>
            <a:chExt cx="805134" cy="2595038"/>
          </a:xfrm>
        </p:grpSpPr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148A3261-6260-969C-0D4F-6E598CF0C917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id="{FF0F4E43-7936-87C1-203A-028F915C00A7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Campo Limpo</a:t>
              </a:r>
            </a:p>
          </p:txBody>
        </p:sp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80DD6BAD-39D2-D491-F54B-02D7467F9349}"/>
              </a:ext>
            </a:extLst>
          </p:cNvPr>
          <p:cNvGrpSpPr/>
          <p:nvPr/>
        </p:nvGrpSpPr>
        <p:grpSpPr>
          <a:xfrm>
            <a:off x="9105669" y="2549839"/>
            <a:ext cx="805134" cy="2595038"/>
            <a:chOff x="1804833" y="3092204"/>
            <a:chExt cx="805134" cy="2595038"/>
          </a:xfrm>
        </p:grpSpPr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0D2681DA-8B3C-259F-4D07-0F792BB7094C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id="{04C7171A-B70C-8251-0979-B59C43408E3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Capão Redondo</a:t>
              </a:r>
            </a:p>
          </p:txBody>
        </p:sp>
      </p:grp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FF22383F-5C80-573D-913E-C810CC94E7BC}"/>
              </a:ext>
            </a:extLst>
          </p:cNvPr>
          <p:cNvGrpSpPr/>
          <p:nvPr/>
        </p:nvGrpSpPr>
        <p:grpSpPr>
          <a:xfrm>
            <a:off x="2887257" y="5198808"/>
            <a:ext cx="389940" cy="246221"/>
            <a:chOff x="1965117" y="5189845"/>
            <a:chExt cx="389940" cy="246221"/>
          </a:xfrm>
        </p:grpSpPr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B01936E3-CBE6-3772-8413-90A87A70B69D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07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BB9DF9C2-B3B2-EB28-810C-F030137680E4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2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4423BB8D-94D3-08C6-822C-2D0A9CCBB286}"/>
              </a:ext>
            </a:extLst>
          </p:cNvPr>
          <p:cNvGrpSpPr/>
          <p:nvPr/>
        </p:nvGrpSpPr>
        <p:grpSpPr>
          <a:xfrm>
            <a:off x="7502950" y="5198807"/>
            <a:ext cx="389940" cy="246221"/>
            <a:chOff x="1965117" y="5189845"/>
            <a:chExt cx="389940" cy="246221"/>
          </a:xfrm>
        </p:grpSpPr>
        <p:sp>
          <p:nvSpPr>
            <p:cNvPr id="102" name="Elipse 101">
              <a:extLst>
                <a:ext uri="{FF2B5EF4-FFF2-40B4-BE49-F238E27FC236}">
                  <a16:creationId xmlns:a16="http://schemas.microsoft.com/office/drawing/2014/main" id="{7CC53DA3-90FD-4DE3-3FF7-34417CAD6129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1A9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03" name="CaixaDeTexto 102">
              <a:extLst>
                <a:ext uri="{FF2B5EF4-FFF2-40B4-BE49-F238E27FC236}">
                  <a16:creationId xmlns:a16="http://schemas.microsoft.com/office/drawing/2014/main" id="{462DFA62-9ECF-3A67-22C8-8105F379EC83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9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873B2F48-9B0C-5B53-601F-D3032F534CE7}"/>
              </a:ext>
            </a:extLst>
          </p:cNvPr>
          <p:cNvSpPr txBox="1"/>
          <p:nvPr/>
        </p:nvSpPr>
        <p:spPr>
          <a:xfrm>
            <a:off x="0" y="6560456"/>
            <a:ext cx="12191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Aptos Narrow" panose="020B0004020202020204" pitchFamily="34" charset="0"/>
              </a:rPr>
              <a:t>Created</a:t>
            </a:r>
            <a:r>
              <a:rPr lang="pt-BR" sz="1400" dirty="0">
                <a:latin typeface="Aptos Narrow" panose="020B0004020202020204" pitchFamily="34" charset="0"/>
              </a:rPr>
              <a:t> </a:t>
            </a:r>
            <a:r>
              <a:rPr lang="pt-BR" sz="1400" dirty="0" err="1">
                <a:latin typeface="Aptos Narrow" panose="020B0004020202020204" pitchFamily="34" charset="0"/>
              </a:rPr>
              <a:t>by</a:t>
            </a:r>
            <a:r>
              <a:rPr lang="pt-BR" sz="1400" dirty="0">
                <a:latin typeface="Aptos Narrow" panose="020B0004020202020204" pitchFamily="34" charset="0"/>
              </a:rPr>
              <a:t> Sampa-4-u</a:t>
            </a:r>
          </a:p>
        </p:txBody>
      </p:sp>
      <p:pic>
        <p:nvPicPr>
          <p:cNvPr id="59" name="Imagem 58" descr="Ícone&#10;&#10;Descrição gerada automaticamente">
            <a:extLst>
              <a:ext uri="{FF2B5EF4-FFF2-40B4-BE49-F238E27FC236}">
                <a16:creationId xmlns:a16="http://schemas.microsoft.com/office/drawing/2014/main" id="{14761856-DD23-7A42-7E3C-74384B073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54" y="6577291"/>
            <a:ext cx="274105" cy="274105"/>
          </a:xfrm>
          <a:prstGeom prst="rect">
            <a:avLst/>
          </a:prstGeom>
        </p:spPr>
      </p:pic>
      <p:pic>
        <p:nvPicPr>
          <p:cNvPr id="60" name="Imagem 202">
            <a:extLst>
              <a:ext uri="{FF2B5EF4-FFF2-40B4-BE49-F238E27FC236}">
                <a16:creationId xmlns:a16="http://schemas.microsoft.com/office/drawing/2014/main" id="{645060D9-B090-1662-8719-D02D9C4CEA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1135"/>
          <a:stretch/>
        </p:blipFill>
        <p:spPr>
          <a:xfrm>
            <a:off x="9119874" y="5238963"/>
            <a:ext cx="181562" cy="17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742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Agrupar 62">
            <a:extLst>
              <a:ext uri="{FF2B5EF4-FFF2-40B4-BE49-F238E27FC236}">
                <a16:creationId xmlns:a16="http://schemas.microsoft.com/office/drawing/2014/main" id="{2A223BB0-1D1D-6F20-47D3-BB08A3E05089}"/>
              </a:ext>
            </a:extLst>
          </p:cNvPr>
          <p:cNvGrpSpPr/>
          <p:nvPr/>
        </p:nvGrpSpPr>
        <p:grpSpPr>
          <a:xfrm>
            <a:off x="5582305" y="5198808"/>
            <a:ext cx="389940" cy="246221"/>
            <a:chOff x="1965117" y="5189845"/>
            <a:chExt cx="389940" cy="246221"/>
          </a:xfrm>
        </p:grpSpPr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E4F02D82-3BC7-A9D4-E2AC-116607332479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CA01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65" name="CaixaDeTexto 64">
              <a:extLst>
                <a:ext uri="{FF2B5EF4-FFF2-40B4-BE49-F238E27FC236}">
                  <a16:creationId xmlns:a16="http://schemas.microsoft.com/office/drawing/2014/main" id="{FD0C0F47-FD54-1A7B-AE29-BC481EDA55A6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7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4703765-8F89-5848-AC6A-06463A0CF8E9}"/>
              </a:ext>
            </a:extLst>
          </p:cNvPr>
          <p:cNvGrpSpPr/>
          <p:nvPr/>
        </p:nvGrpSpPr>
        <p:grpSpPr>
          <a:xfrm>
            <a:off x="8667622" y="5198808"/>
            <a:ext cx="389940" cy="246221"/>
            <a:chOff x="1965117" y="5189845"/>
            <a:chExt cx="389940" cy="246221"/>
          </a:xfrm>
        </p:grpSpPr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DFCD6057-4B58-9E6E-2FB8-48D8A31E0132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455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3155EE01-9590-36AE-378E-06CF67808A13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1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97A6ADC1-BCCE-4260-6078-79505588663D}"/>
              </a:ext>
            </a:extLst>
          </p:cNvPr>
          <p:cNvSpPr/>
          <p:nvPr/>
        </p:nvSpPr>
        <p:spPr>
          <a:xfrm>
            <a:off x="0" y="4926106"/>
            <a:ext cx="12192000" cy="25997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4A0D8505-EC06-D0E6-22B5-C13C5398F0E8}"/>
              </a:ext>
            </a:extLst>
          </p:cNvPr>
          <p:cNvGrpSpPr/>
          <p:nvPr/>
        </p:nvGrpSpPr>
        <p:grpSpPr>
          <a:xfrm>
            <a:off x="3327027" y="2549839"/>
            <a:ext cx="805134" cy="2595038"/>
            <a:chOff x="1804833" y="3092204"/>
            <a:chExt cx="805134" cy="2595038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C135A034-4BFC-7E11-0642-7C8318709443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0D249031-41EA-3E8B-3BD3-574BD3F2DE15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Brasilândia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D16DAA2A-C043-565C-9CE2-22485B6AFCDC}"/>
              </a:ext>
            </a:extLst>
          </p:cNvPr>
          <p:cNvGrpSpPr/>
          <p:nvPr/>
        </p:nvGrpSpPr>
        <p:grpSpPr>
          <a:xfrm>
            <a:off x="3712828" y="2549839"/>
            <a:ext cx="805134" cy="2595038"/>
            <a:chOff x="1804833" y="3092204"/>
            <a:chExt cx="805134" cy="2595038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1D194119-51B2-9B49-9A1C-488E7CAB3C28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60C9E623-8FBF-CAB0-5595-315E3AA74E04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Maristela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B991502-F8BA-517D-0C82-0723BDBE092B}"/>
              </a:ext>
            </a:extLst>
          </p:cNvPr>
          <p:cNvGrpSpPr/>
          <p:nvPr/>
        </p:nvGrpSpPr>
        <p:grpSpPr>
          <a:xfrm>
            <a:off x="4098629" y="2549839"/>
            <a:ext cx="805134" cy="2595038"/>
            <a:chOff x="1804833" y="3092204"/>
            <a:chExt cx="805134" cy="2595038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18CDBA38-B7CE-B942-67AB-FF3F183B9ECD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7BF9C8E4-FEB2-C0B9-1630-073CC89259B3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Itaberaba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6324E936-46B0-0293-E7B0-08E8A53B6B1A}"/>
              </a:ext>
            </a:extLst>
          </p:cNvPr>
          <p:cNvGrpSpPr/>
          <p:nvPr/>
        </p:nvGrpSpPr>
        <p:grpSpPr>
          <a:xfrm>
            <a:off x="4484430" y="2549839"/>
            <a:ext cx="805134" cy="2595038"/>
            <a:chOff x="1804833" y="3092204"/>
            <a:chExt cx="805134" cy="2595038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E24F3F20-D75E-1F6B-B566-43F4F9FADC43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95473A32-7092-BE53-8ECA-62DEAB4DE756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João Paulo l</a:t>
              </a: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C8E457ED-BDF0-8F94-E08A-227FA5B5E4B2}"/>
              </a:ext>
            </a:extLst>
          </p:cNvPr>
          <p:cNvGrpSpPr/>
          <p:nvPr/>
        </p:nvGrpSpPr>
        <p:grpSpPr>
          <a:xfrm>
            <a:off x="4870231" y="2549839"/>
            <a:ext cx="805134" cy="2595038"/>
            <a:chOff x="1804833" y="3092204"/>
            <a:chExt cx="805134" cy="2595038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CC31DB3F-6446-DEC9-B9ED-35FB1C485422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3E1D0C9F-B507-DEF6-D5F4-523F97EF97CD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Freguesia do Ó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02445B7B-41A9-C4B0-7910-96E139A09A32}"/>
              </a:ext>
            </a:extLst>
          </p:cNvPr>
          <p:cNvGrpSpPr/>
          <p:nvPr/>
        </p:nvGrpSpPr>
        <p:grpSpPr>
          <a:xfrm>
            <a:off x="5253651" y="2549839"/>
            <a:ext cx="805134" cy="2595038"/>
            <a:chOff x="1804833" y="3092204"/>
            <a:chExt cx="805134" cy="2595038"/>
          </a:xfrm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2558B1E-138C-97D8-0512-80C1CF7F47E6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501F9BA2-2DFD-4F04-EDBB-EA0E9980B336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Santa Marina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E2C00181-688D-B77A-1413-BFCD8AC96038}"/>
              </a:ext>
            </a:extLst>
          </p:cNvPr>
          <p:cNvGrpSpPr/>
          <p:nvPr/>
        </p:nvGrpSpPr>
        <p:grpSpPr>
          <a:xfrm>
            <a:off x="5637071" y="2549839"/>
            <a:ext cx="805134" cy="2595038"/>
            <a:chOff x="1804833" y="3092204"/>
            <a:chExt cx="805134" cy="2595038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158A61F5-EFE1-CE4D-71F5-43D1A2E8C92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F379161A-BBCF-74B2-B35A-69CD584BAF4A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Água Branca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3669AE20-7E43-5B76-3F03-E12217E24190}"/>
              </a:ext>
            </a:extLst>
          </p:cNvPr>
          <p:cNvGrpSpPr/>
          <p:nvPr/>
        </p:nvGrpSpPr>
        <p:grpSpPr>
          <a:xfrm>
            <a:off x="6020491" y="2549839"/>
            <a:ext cx="805134" cy="2595038"/>
            <a:chOff x="1804833" y="3092204"/>
            <a:chExt cx="805134" cy="2595038"/>
          </a:xfrm>
        </p:grpSpPr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E8A3EB81-7A9C-76B8-F906-B538721DD84E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FE6B09D8-E8E0-D806-402D-EB058FC6FB50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Pompéia</a:t>
              </a: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9A612292-CA0C-9614-858E-8E461EB7E349}"/>
              </a:ext>
            </a:extLst>
          </p:cNvPr>
          <p:cNvGrpSpPr/>
          <p:nvPr/>
        </p:nvGrpSpPr>
        <p:grpSpPr>
          <a:xfrm>
            <a:off x="6404680" y="2549839"/>
            <a:ext cx="805134" cy="2595038"/>
            <a:chOff x="1804833" y="3092204"/>
            <a:chExt cx="805134" cy="2595038"/>
          </a:xfrm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1BEAB506-3C0C-8E6F-CAEB-EDA6AB0CB6A0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54EBC412-2F3C-98E1-310F-D4C4DA278D5E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Perdizes</a:t>
              </a:r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52981B4F-D038-9CDC-0795-FD8FE2204C8C}"/>
              </a:ext>
            </a:extLst>
          </p:cNvPr>
          <p:cNvGrpSpPr/>
          <p:nvPr/>
        </p:nvGrpSpPr>
        <p:grpSpPr>
          <a:xfrm>
            <a:off x="6790481" y="1847783"/>
            <a:ext cx="993249" cy="3297094"/>
            <a:chOff x="1804833" y="2390148"/>
            <a:chExt cx="993249" cy="3297094"/>
          </a:xfrm>
        </p:grpSpPr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3DAE1DA5-257D-FAF1-E5E8-3C226A77DA47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B0F5C2A3-0A6B-8E48-D203-C0CF07834DAE}"/>
                </a:ext>
              </a:extLst>
            </p:cNvPr>
            <p:cNvSpPr txBox="1"/>
            <p:nvPr/>
          </p:nvSpPr>
          <p:spPr>
            <a:xfrm rot="18000000">
              <a:off x="1022748" y="3796150"/>
              <a:ext cx="31813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PUC – Cardoso de Almeida</a:t>
              </a:r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A77D39EB-DE53-782F-3FEE-884F37037EBF}"/>
              </a:ext>
            </a:extLst>
          </p:cNvPr>
          <p:cNvGrpSpPr/>
          <p:nvPr/>
        </p:nvGrpSpPr>
        <p:grpSpPr>
          <a:xfrm>
            <a:off x="7176282" y="2549839"/>
            <a:ext cx="805134" cy="2595038"/>
            <a:chOff x="1804833" y="3092204"/>
            <a:chExt cx="805134" cy="2595038"/>
          </a:xfrm>
        </p:grpSpPr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753879CE-72B0-A75F-8AFD-E3E65A9B40CC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DD55027F-C39F-D7F9-266D-53AF302A476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FAAP - Pacaembu</a:t>
              </a:r>
            </a:p>
          </p:txBody>
        </p: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968B4673-AF96-6736-803C-19E63BD1E589}"/>
              </a:ext>
            </a:extLst>
          </p:cNvPr>
          <p:cNvGrpSpPr/>
          <p:nvPr/>
        </p:nvGrpSpPr>
        <p:grpSpPr>
          <a:xfrm>
            <a:off x="7562664" y="1984621"/>
            <a:ext cx="956583" cy="3160256"/>
            <a:chOff x="1804833" y="2526986"/>
            <a:chExt cx="956583" cy="3160256"/>
          </a:xfrm>
        </p:grpSpPr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8CE6BC13-C6B4-C991-2C0B-AF9804ECF73F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C7021CFA-D676-7890-0671-8CB37F6FB4E2}"/>
                </a:ext>
              </a:extLst>
            </p:cNvPr>
            <p:cNvSpPr txBox="1"/>
            <p:nvPr/>
          </p:nvSpPr>
          <p:spPr>
            <a:xfrm rot="18000000">
              <a:off x="1059413" y="3859657"/>
              <a:ext cx="30346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Higienópolis - Mackenzie</a:t>
              </a:r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68D4CE62-9E4C-72DC-F1DB-5AC264F4B306}"/>
              </a:ext>
            </a:extLst>
          </p:cNvPr>
          <p:cNvGrpSpPr/>
          <p:nvPr/>
        </p:nvGrpSpPr>
        <p:grpSpPr>
          <a:xfrm>
            <a:off x="7948465" y="2549839"/>
            <a:ext cx="805134" cy="2595038"/>
            <a:chOff x="1804833" y="3092204"/>
            <a:chExt cx="805134" cy="2595038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5345CB71-BC2D-7060-5021-F97E540E0511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64DB8084-AE47-F686-B05E-0BD32B319BB8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14 Bis - Saracura</a:t>
              </a:r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0634128B-4382-DBCC-DA25-9BF760A882FE}"/>
              </a:ext>
            </a:extLst>
          </p:cNvPr>
          <p:cNvGrpSpPr/>
          <p:nvPr/>
        </p:nvGrpSpPr>
        <p:grpSpPr>
          <a:xfrm>
            <a:off x="8334264" y="2549839"/>
            <a:ext cx="805134" cy="2595038"/>
            <a:chOff x="1804833" y="3092204"/>
            <a:chExt cx="805134" cy="2595038"/>
          </a:xfrm>
        </p:grpSpPr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207AD80B-E31F-096B-8CF7-47887B15CA1F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249582D5-37A0-EE12-AC0E-AB4D9CA8076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Bela Vista</a:t>
              </a:r>
            </a:p>
          </p:txBody>
        </p:sp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C4276623-39F3-2AA5-1B92-A0EF35768007}"/>
              </a:ext>
            </a:extLst>
          </p:cNvPr>
          <p:cNvGrpSpPr/>
          <p:nvPr/>
        </p:nvGrpSpPr>
        <p:grpSpPr>
          <a:xfrm>
            <a:off x="8719870" y="2549839"/>
            <a:ext cx="805134" cy="2595038"/>
            <a:chOff x="1804833" y="3092204"/>
            <a:chExt cx="805134" cy="2595038"/>
          </a:xfrm>
        </p:grpSpPr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148A3261-6260-969C-0D4F-6E598CF0C917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id="{FF0F4E43-7936-87C1-203A-028F915C00A7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São Joaquim</a:t>
              </a:r>
            </a:p>
          </p:txBody>
        </p:sp>
      </p:grpSp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4423BB8D-94D3-08C6-822C-2D0A9CCBB286}"/>
              </a:ext>
            </a:extLst>
          </p:cNvPr>
          <p:cNvGrpSpPr/>
          <p:nvPr/>
        </p:nvGrpSpPr>
        <p:grpSpPr>
          <a:xfrm>
            <a:off x="7502950" y="5198807"/>
            <a:ext cx="389940" cy="246221"/>
            <a:chOff x="1965117" y="5189845"/>
            <a:chExt cx="389940" cy="246221"/>
          </a:xfrm>
        </p:grpSpPr>
        <p:sp>
          <p:nvSpPr>
            <p:cNvPr id="102" name="Elipse 101">
              <a:extLst>
                <a:ext uri="{FF2B5EF4-FFF2-40B4-BE49-F238E27FC236}">
                  <a16:creationId xmlns:a16="http://schemas.microsoft.com/office/drawing/2014/main" id="{7CC53DA3-90FD-4DE3-3FF7-34417CAD6129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FF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03" name="CaixaDeTexto 102">
              <a:extLst>
                <a:ext uri="{FF2B5EF4-FFF2-40B4-BE49-F238E27FC236}">
                  <a16:creationId xmlns:a16="http://schemas.microsoft.com/office/drawing/2014/main" id="{462DFA62-9ECF-3A67-22C8-8105F379EC83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4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873B2F48-9B0C-5B53-601F-D3032F534CE7}"/>
              </a:ext>
            </a:extLst>
          </p:cNvPr>
          <p:cNvSpPr txBox="1"/>
          <p:nvPr/>
        </p:nvSpPr>
        <p:spPr>
          <a:xfrm>
            <a:off x="0" y="6560456"/>
            <a:ext cx="12191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Aptos Narrow" panose="020B0004020202020204" pitchFamily="34" charset="0"/>
              </a:rPr>
              <a:t>Created</a:t>
            </a:r>
            <a:r>
              <a:rPr lang="pt-BR" sz="1400" dirty="0">
                <a:latin typeface="Aptos Narrow" panose="020B0004020202020204" pitchFamily="34" charset="0"/>
              </a:rPr>
              <a:t> </a:t>
            </a:r>
            <a:r>
              <a:rPr lang="pt-BR" sz="1400" dirty="0" err="1">
                <a:latin typeface="Aptos Narrow" panose="020B0004020202020204" pitchFamily="34" charset="0"/>
              </a:rPr>
              <a:t>by</a:t>
            </a:r>
            <a:r>
              <a:rPr lang="pt-BR" sz="1400" dirty="0">
                <a:latin typeface="Aptos Narrow" panose="020B0004020202020204" pitchFamily="34" charset="0"/>
              </a:rPr>
              <a:t> Sampa-4-u</a:t>
            </a:r>
          </a:p>
        </p:txBody>
      </p:sp>
      <p:pic>
        <p:nvPicPr>
          <p:cNvPr id="59" name="Imagem 58" descr="Ícone&#10;&#10;Descrição gerada automaticamente">
            <a:extLst>
              <a:ext uri="{FF2B5EF4-FFF2-40B4-BE49-F238E27FC236}">
                <a16:creationId xmlns:a16="http://schemas.microsoft.com/office/drawing/2014/main" id="{14761856-DD23-7A42-7E3C-74384B073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54" y="6577291"/>
            <a:ext cx="274105" cy="274105"/>
          </a:xfrm>
          <a:prstGeom prst="rect">
            <a:avLst/>
          </a:prstGeom>
        </p:spPr>
      </p:pic>
      <p:grpSp>
        <p:nvGrpSpPr>
          <p:cNvPr id="66" name="Agrupar 65">
            <a:extLst>
              <a:ext uri="{FF2B5EF4-FFF2-40B4-BE49-F238E27FC236}">
                <a16:creationId xmlns:a16="http://schemas.microsoft.com/office/drawing/2014/main" id="{3B1912EC-78B2-90C2-37D0-60BEEA1CE7B8}"/>
              </a:ext>
            </a:extLst>
          </p:cNvPr>
          <p:cNvGrpSpPr/>
          <p:nvPr/>
        </p:nvGrpSpPr>
        <p:grpSpPr>
          <a:xfrm>
            <a:off x="5581771" y="5396193"/>
            <a:ext cx="389940" cy="246221"/>
            <a:chOff x="1965117" y="5189845"/>
            <a:chExt cx="389940" cy="246221"/>
          </a:xfrm>
        </p:grpSpPr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44786B03-506C-431B-6B9A-A41E93BD60BF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68" name="CaixaDeTexto 67">
              <a:extLst>
                <a:ext uri="{FF2B5EF4-FFF2-40B4-BE49-F238E27FC236}">
                  <a16:creationId xmlns:a16="http://schemas.microsoft.com/office/drawing/2014/main" id="{B981017B-A1D2-81B5-5358-0A2E3B202A1D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8</a:t>
              </a:r>
              <a:endParaRPr lang="pt-BR" sz="5400" dirty="0"/>
            </a:p>
          </p:txBody>
        </p:sp>
      </p:grp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EC39B929-2CC9-D83F-1716-6043C21D6957}"/>
              </a:ext>
            </a:extLst>
          </p:cNvPr>
          <p:cNvSpPr txBox="1"/>
          <p:nvPr/>
        </p:nvSpPr>
        <p:spPr>
          <a:xfrm>
            <a:off x="0" y="80962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FF0000"/>
                </a:solidFill>
              </a:rPr>
              <a:t>LINHA EM CONSTRUÇÃO</a:t>
            </a:r>
          </a:p>
        </p:txBody>
      </p:sp>
    </p:spTree>
    <p:extLst>
      <p:ext uri="{BB962C8B-B14F-4D97-AF65-F5344CB8AC3E}">
        <p14:creationId xmlns:p14="http://schemas.microsoft.com/office/powerpoint/2010/main" val="1347600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Agrupar 104">
            <a:extLst>
              <a:ext uri="{FF2B5EF4-FFF2-40B4-BE49-F238E27FC236}">
                <a16:creationId xmlns:a16="http://schemas.microsoft.com/office/drawing/2014/main" id="{8D85B795-F255-5F87-3AA4-2F5F5B7B86CA}"/>
              </a:ext>
            </a:extLst>
          </p:cNvPr>
          <p:cNvGrpSpPr/>
          <p:nvPr/>
        </p:nvGrpSpPr>
        <p:grpSpPr>
          <a:xfrm>
            <a:off x="2688726" y="5198808"/>
            <a:ext cx="389940" cy="246221"/>
            <a:chOff x="1965117" y="5189845"/>
            <a:chExt cx="389940" cy="246221"/>
          </a:xfrm>
        </p:grpSpPr>
        <p:sp>
          <p:nvSpPr>
            <p:cNvPr id="106" name="Elipse 105">
              <a:extLst>
                <a:ext uri="{FF2B5EF4-FFF2-40B4-BE49-F238E27FC236}">
                  <a16:creationId xmlns:a16="http://schemas.microsoft.com/office/drawing/2014/main" id="{9BAA3386-913D-1147-D192-80EE2F5BA0BD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455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07" name="CaixaDeTexto 106">
              <a:extLst>
                <a:ext uri="{FF2B5EF4-FFF2-40B4-BE49-F238E27FC236}">
                  <a16:creationId xmlns:a16="http://schemas.microsoft.com/office/drawing/2014/main" id="{9A911123-C776-7297-AC68-296EA69FAFD0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1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192E231B-6FBF-59C4-5B29-0622AE69B74E}"/>
              </a:ext>
            </a:extLst>
          </p:cNvPr>
          <p:cNvSpPr/>
          <p:nvPr/>
        </p:nvSpPr>
        <p:spPr>
          <a:xfrm>
            <a:off x="0" y="4926106"/>
            <a:ext cx="12192000" cy="259976"/>
          </a:xfrm>
          <a:prstGeom prst="rect">
            <a:avLst/>
          </a:prstGeom>
          <a:solidFill>
            <a:srgbClr val="CA01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F05F5F34-7EE6-058E-61BC-94B019573C80}"/>
              </a:ext>
            </a:extLst>
          </p:cNvPr>
          <p:cNvGrpSpPr/>
          <p:nvPr/>
        </p:nvGrpSpPr>
        <p:grpSpPr>
          <a:xfrm>
            <a:off x="2365386" y="2549839"/>
            <a:ext cx="805134" cy="2595038"/>
            <a:chOff x="1804833" y="3092204"/>
            <a:chExt cx="805134" cy="2595038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C82BD122-676C-8060-4FB6-D8E0FDBC9B45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CAD81A5A-8C1E-011D-525F-8776CC8CD3CE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Brás</a:t>
              </a:r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C5338B4E-8D1C-9E55-F582-2F58C3B36A10}"/>
              </a:ext>
            </a:extLst>
          </p:cNvPr>
          <p:cNvGrpSpPr/>
          <p:nvPr/>
        </p:nvGrpSpPr>
        <p:grpSpPr>
          <a:xfrm>
            <a:off x="2748806" y="2549839"/>
            <a:ext cx="805134" cy="2595038"/>
            <a:chOff x="1804833" y="3092204"/>
            <a:chExt cx="805134" cy="2595038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1D89ABB2-3226-EE0F-1986-A8A6D12C9E16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0862F7E1-C87C-FAEA-B21F-CE9330A6D9F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Luz</a:t>
              </a:r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C4B6082B-C741-3A79-B846-DA100C070768}"/>
              </a:ext>
            </a:extLst>
          </p:cNvPr>
          <p:cNvGrpSpPr/>
          <p:nvPr/>
        </p:nvGrpSpPr>
        <p:grpSpPr>
          <a:xfrm>
            <a:off x="3134607" y="2549839"/>
            <a:ext cx="805134" cy="2595038"/>
            <a:chOff x="1804833" y="3092204"/>
            <a:chExt cx="805134" cy="2595038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1AD83C71-2DB7-E0B7-AA59-E8586C56A7AC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F1B510DD-1375-A8D3-88B4-88ADD4268853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Palmeiras – Barra Funda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D7DB1B9E-F3AD-B912-ACAA-5961CC5CC16B}"/>
              </a:ext>
            </a:extLst>
          </p:cNvPr>
          <p:cNvGrpSpPr/>
          <p:nvPr/>
        </p:nvGrpSpPr>
        <p:grpSpPr>
          <a:xfrm>
            <a:off x="3520408" y="2549839"/>
            <a:ext cx="805134" cy="2595038"/>
            <a:chOff x="1804833" y="3092204"/>
            <a:chExt cx="805134" cy="2595038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5257386F-C427-3180-6D6F-D6DBDDD65ED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6A752A24-7696-B7D8-506D-E94344CD2A23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Água Branca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1E61097C-05BA-8AFE-52BC-4A9610455122}"/>
              </a:ext>
            </a:extLst>
          </p:cNvPr>
          <p:cNvGrpSpPr/>
          <p:nvPr/>
        </p:nvGrpSpPr>
        <p:grpSpPr>
          <a:xfrm>
            <a:off x="3906209" y="2549839"/>
            <a:ext cx="805134" cy="2595038"/>
            <a:chOff x="1804833" y="3092204"/>
            <a:chExt cx="805134" cy="2595038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C7223BC5-8289-22C9-D28E-8C8D296D3E05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23D3B70C-BDCE-BAC9-8A5E-3B83C5906B3C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Lapa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6C966789-F7AF-B5FE-3D3A-893729F19423}"/>
              </a:ext>
            </a:extLst>
          </p:cNvPr>
          <p:cNvGrpSpPr/>
          <p:nvPr/>
        </p:nvGrpSpPr>
        <p:grpSpPr>
          <a:xfrm>
            <a:off x="4292010" y="2549839"/>
            <a:ext cx="805134" cy="2595038"/>
            <a:chOff x="1804833" y="3092204"/>
            <a:chExt cx="805134" cy="2595038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A418DAEB-CFDA-96C5-3C1B-BB666E0C1802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1EB01655-5562-3121-9F46-315FD1520300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Piqueri</a:t>
              </a: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77421D87-7997-8785-F5F0-B889BA16FF14}"/>
              </a:ext>
            </a:extLst>
          </p:cNvPr>
          <p:cNvGrpSpPr/>
          <p:nvPr/>
        </p:nvGrpSpPr>
        <p:grpSpPr>
          <a:xfrm>
            <a:off x="4675430" y="2549839"/>
            <a:ext cx="805134" cy="2595038"/>
            <a:chOff x="1804833" y="3092204"/>
            <a:chExt cx="805134" cy="2595038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F32A7F7D-A635-0BEA-D437-839B2B5A0876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1629C13C-AE2E-AB03-CB53-DF069F690D5B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Pirituba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9CC90D54-306D-05C3-C0A9-1C6718E070AF}"/>
              </a:ext>
            </a:extLst>
          </p:cNvPr>
          <p:cNvGrpSpPr/>
          <p:nvPr/>
        </p:nvGrpSpPr>
        <p:grpSpPr>
          <a:xfrm>
            <a:off x="5058850" y="2549839"/>
            <a:ext cx="805134" cy="2595038"/>
            <a:chOff x="1804833" y="3092204"/>
            <a:chExt cx="805134" cy="2595038"/>
          </a:xfrm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6739D8F9-D996-05D6-9348-64705D8980AD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A798E2F8-05E9-81F4-113E-610652F2E5C3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Vila Clarice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E4681F51-B9DA-3650-5510-243F07C632F2}"/>
              </a:ext>
            </a:extLst>
          </p:cNvPr>
          <p:cNvGrpSpPr/>
          <p:nvPr/>
        </p:nvGrpSpPr>
        <p:grpSpPr>
          <a:xfrm>
            <a:off x="5442270" y="2549839"/>
            <a:ext cx="805134" cy="2595038"/>
            <a:chOff x="1804833" y="3092204"/>
            <a:chExt cx="805134" cy="2595038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40773B4D-6FA5-9901-BB1E-BF7DE2523D61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4B7E1EB2-454E-BD9D-2D8C-6636413EB282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Jaraguá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047B07BE-512F-4378-BAFE-8CD410937777}"/>
              </a:ext>
            </a:extLst>
          </p:cNvPr>
          <p:cNvGrpSpPr/>
          <p:nvPr/>
        </p:nvGrpSpPr>
        <p:grpSpPr>
          <a:xfrm>
            <a:off x="5826459" y="2549839"/>
            <a:ext cx="805134" cy="2595038"/>
            <a:chOff x="1804833" y="3092204"/>
            <a:chExt cx="805134" cy="2595038"/>
          </a:xfrm>
        </p:grpSpPr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F3AE1CE4-8E16-A8B4-876D-B6D3ED69D048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C8AF7BB0-4A03-25BC-59B2-610C2387B3F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Vila Aurora</a:t>
              </a: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F4142D95-AC76-8505-6C41-8362B9721392}"/>
              </a:ext>
            </a:extLst>
          </p:cNvPr>
          <p:cNvGrpSpPr/>
          <p:nvPr/>
        </p:nvGrpSpPr>
        <p:grpSpPr>
          <a:xfrm>
            <a:off x="6212260" y="2549839"/>
            <a:ext cx="805134" cy="2595038"/>
            <a:chOff x="1804833" y="3092204"/>
            <a:chExt cx="805134" cy="2595038"/>
          </a:xfrm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69E367F6-8A2C-9470-8084-6A2EE13DB4BF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9C9DB263-6284-BC92-BF91-D67D282E1E05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Perus</a:t>
              </a:r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3492629D-36A4-D9C8-5AD6-A45BE1F07B7E}"/>
              </a:ext>
            </a:extLst>
          </p:cNvPr>
          <p:cNvGrpSpPr/>
          <p:nvPr/>
        </p:nvGrpSpPr>
        <p:grpSpPr>
          <a:xfrm>
            <a:off x="6598061" y="2549839"/>
            <a:ext cx="805134" cy="2595038"/>
            <a:chOff x="1804833" y="3092204"/>
            <a:chExt cx="805134" cy="2595038"/>
          </a:xfrm>
        </p:grpSpPr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FCB19E86-547A-C9D3-58F3-CDCF1A09C2B8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E90988B8-35AB-BE3A-B0FB-0B0F88E5E29C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Caieiras</a:t>
              </a:r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A377EDB6-5726-CAEB-3D41-59F3A200DAAF}"/>
              </a:ext>
            </a:extLst>
          </p:cNvPr>
          <p:cNvGrpSpPr/>
          <p:nvPr/>
        </p:nvGrpSpPr>
        <p:grpSpPr>
          <a:xfrm>
            <a:off x="6984443" y="2549839"/>
            <a:ext cx="805134" cy="2595038"/>
            <a:chOff x="1804833" y="3092204"/>
            <a:chExt cx="805134" cy="2595038"/>
          </a:xfrm>
        </p:grpSpPr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8EA750A7-9220-1D68-3195-40EEB30237D6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87AF0EC3-8E70-9558-7034-E58F3F0F7A31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Franco da Rocha</a:t>
              </a:r>
            </a:p>
          </p:txBody>
        </p: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BD014FBD-B09E-A178-D7E1-166948D72CAA}"/>
              </a:ext>
            </a:extLst>
          </p:cNvPr>
          <p:cNvGrpSpPr/>
          <p:nvPr/>
        </p:nvGrpSpPr>
        <p:grpSpPr>
          <a:xfrm>
            <a:off x="7370244" y="2549839"/>
            <a:ext cx="805134" cy="2595038"/>
            <a:chOff x="1804833" y="3092204"/>
            <a:chExt cx="805134" cy="2595038"/>
          </a:xfrm>
        </p:grpSpPr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62261048-03B9-5E32-8C43-EE8012ED4F8B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57229848-A8F0-75DC-36E3-571046FCCCF8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Baltazar Fidélis</a:t>
              </a:r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8423EABA-B9FE-79DF-862F-52451174A060}"/>
              </a:ext>
            </a:extLst>
          </p:cNvPr>
          <p:cNvGrpSpPr/>
          <p:nvPr/>
        </p:nvGrpSpPr>
        <p:grpSpPr>
          <a:xfrm>
            <a:off x="7756043" y="2549839"/>
            <a:ext cx="805134" cy="2595038"/>
            <a:chOff x="1804833" y="3092204"/>
            <a:chExt cx="805134" cy="2595038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CBF4E276-5804-D073-C968-76633C5EC742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9A37318A-BF10-059B-E065-4B91C6F4C33E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Francisco Morato</a:t>
              </a:r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DD895848-7A00-66A3-3358-441D6E647789}"/>
              </a:ext>
            </a:extLst>
          </p:cNvPr>
          <p:cNvGrpSpPr/>
          <p:nvPr/>
        </p:nvGrpSpPr>
        <p:grpSpPr>
          <a:xfrm>
            <a:off x="8141649" y="2549839"/>
            <a:ext cx="805134" cy="2595038"/>
            <a:chOff x="1804833" y="3092204"/>
            <a:chExt cx="805134" cy="2595038"/>
          </a:xfrm>
        </p:grpSpPr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E4C609CD-A8A5-3A3D-0B4E-F840F3E99FA2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A0E22C0D-2B6B-EBB9-646D-0D09C0918776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Botujuru</a:t>
              </a:r>
              <a:endParaRPr lang="pt-BR" dirty="0"/>
            </a:p>
          </p:txBody>
        </p:sp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0578B5B2-7276-5C3C-DC4A-966CEF4A89A9}"/>
              </a:ext>
            </a:extLst>
          </p:cNvPr>
          <p:cNvGrpSpPr/>
          <p:nvPr/>
        </p:nvGrpSpPr>
        <p:grpSpPr>
          <a:xfrm>
            <a:off x="8527448" y="2549839"/>
            <a:ext cx="805134" cy="2595038"/>
            <a:chOff x="1804833" y="3092204"/>
            <a:chExt cx="805134" cy="2595038"/>
          </a:xfrm>
        </p:grpSpPr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978FB4C9-DEC8-6560-B21F-E51D69E76C33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id="{8FE85EB1-D2D5-270C-730B-F6B0A494C2C3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Campo Limpo Paulista</a:t>
              </a:r>
            </a:p>
          </p:txBody>
        </p:sp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21A223C4-002E-AF36-4360-C18CE6BFB7C8}"/>
              </a:ext>
            </a:extLst>
          </p:cNvPr>
          <p:cNvGrpSpPr/>
          <p:nvPr/>
        </p:nvGrpSpPr>
        <p:grpSpPr>
          <a:xfrm>
            <a:off x="8913253" y="2549839"/>
            <a:ext cx="805134" cy="2595038"/>
            <a:chOff x="1804833" y="3092204"/>
            <a:chExt cx="805134" cy="2595038"/>
          </a:xfrm>
        </p:grpSpPr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D5B93383-C784-0753-C934-AFB124FD566A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id="{F3B6A55F-075C-96EA-BFB2-9D44FAA01655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Várzea Paulista</a:t>
              </a: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88EFB6B4-E8B5-220F-881B-548B990F6758}"/>
              </a:ext>
            </a:extLst>
          </p:cNvPr>
          <p:cNvGrpSpPr/>
          <p:nvPr/>
        </p:nvGrpSpPr>
        <p:grpSpPr>
          <a:xfrm>
            <a:off x="9299263" y="2549839"/>
            <a:ext cx="805134" cy="2595038"/>
            <a:chOff x="1804833" y="3092204"/>
            <a:chExt cx="805134" cy="2595038"/>
          </a:xfrm>
        </p:grpSpPr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E9C6600E-F270-ED9B-0DD8-84B906FF25DB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CaixaDeTexto 59">
              <a:extLst>
                <a:ext uri="{FF2B5EF4-FFF2-40B4-BE49-F238E27FC236}">
                  <a16:creationId xmlns:a16="http://schemas.microsoft.com/office/drawing/2014/main" id="{CAF5D8E6-12C1-FBCD-C956-005F28A64B98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Jundiaí</a:t>
              </a:r>
            </a:p>
          </p:txBody>
        </p:sp>
      </p:grpSp>
      <p:grpSp>
        <p:nvGrpSpPr>
          <p:cNvPr id="76" name="Agrupar 75">
            <a:extLst>
              <a:ext uri="{FF2B5EF4-FFF2-40B4-BE49-F238E27FC236}">
                <a16:creationId xmlns:a16="http://schemas.microsoft.com/office/drawing/2014/main" id="{3809CD4B-74A0-1E4C-E668-6C15DA85DC92}"/>
              </a:ext>
            </a:extLst>
          </p:cNvPr>
          <p:cNvGrpSpPr/>
          <p:nvPr/>
        </p:nvGrpSpPr>
        <p:grpSpPr>
          <a:xfrm>
            <a:off x="2309036" y="5794692"/>
            <a:ext cx="389940" cy="246221"/>
            <a:chOff x="1965117" y="5189845"/>
            <a:chExt cx="389940" cy="246221"/>
          </a:xfrm>
        </p:grpSpPr>
        <p:sp>
          <p:nvSpPr>
            <p:cNvPr id="77" name="Elipse 76">
              <a:extLst>
                <a:ext uri="{FF2B5EF4-FFF2-40B4-BE49-F238E27FC236}">
                  <a16:creationId xmlns:a16="http://schemas.microsoft.com/office/drawing/2014/main" id="{FE10F58B-75E9-1396-C1FB-A9B96592F14B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0B3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78" name="CaixaDeTexto 77">
              <a:extLst>
                <a:ext uri="{FF2B5EF4-FFF2-40B4-BE49-F238E27FC236}">
                  <a16:creationId xmlns:a16="http://schemas.microsoft.com/office/drawing/2014/main" id="{CDC57727-5C74-D2D2-BC03-0EDA00588999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13</a:t>
              </a:r>
              <a:endParaRPr lang="pt-BR" sz="5400" dirty="0"/>
            </a:p>
          </p:txBody>
        </p:sp>
      </p:grpSp>
      <p:grpSp>
        <p:nvGrpSpPr>
          <p:cNvPr id="79" name="Agrupar 78">
            <a:extLst>
              <a:ext uri="{FF2B5EF4-FFF2-40B4-BE49-F238E27FC236}">
                <a16:creationId xmlns:a16="http://schemas.microsoft.com/office/drawing/2014/main" id="{7A324DDD-D9C3-5EB6-A40F-45F43610E2BB}"/>
              </a:ext>
            </a:extLst>
          </p:cNvPr>
          <p:cNvGrpSpPr/>
          <p:nvPr/>
        </p:nvGrpSpPr>
        <p:grpSpPr>
          <a:xfrm>
            <a:off x="2309036" y="5598148"/>
            <a:ext cx="389940" cy="246221"/>
            <a:chOff x="1965117" y="5189845"/>
            <a:chExt cx="389940" cy="246221"/>
          </a:xfrm>
        </p:grpSpPr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353EB360-0CFC-6425-71A0-C29996733D30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133C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81" name="CaixaDeTexto 80">
              <a:extLst>
                <a:ext uri="{FF2B5EF4-FFF2-40B4-BE49-F238E27FC236}">
                  <a16:creationId xmlns:a16="http://schemas.microsoft.com/office/drawing/2014/main" id="{3B9BE713-39AA-2F4F-9F8D-DB37036BA23C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>
                  <a:solidFill>
                    <a:schemeClr val="bg1"/>
                  </a:solidFill>
                </a:rPr>
                <a:t>12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5" name="Agrupar 84">
            <a:extLst>
              <a:ext uri="{FF2B5EF4-FFF2-40B4-BE49-F238E27FC236}">
                <a16:creationId xmlns:a16="http://schemas.microsoft.com/office/drawing/2014/main" id="{E1FC6904-A5D9-5140-BCF4-3C99C90C4445}"/>
              </a:ext>
            </a:extLst>
          </p:cNvPr>
          <p:cNvGrpSpPr/>
          <p:nvPr/>
        </p:nvGrpSpPr>
        <p:grpSpPr>
          <a:xfrm>
            <a:off x="2309036" y="5198808"/>
            <a:ext cx="389940" cy="246221"/>
            <a:chOff x="1965117" y="5189845"/>
            <a:chExt cx="389940" cy="246221"/>
          </a:xfrm>
        </p:grpSpPr>
        <p:sp>
          <p:nvSpPr>
            <p:cNvPr id="86" name="Elipse 85">
              <a:extLst>
                <a:ext uri="{FF2B5EF4-FFF2-40B4-BE49-F238E27FC236}">
                  <a16:creationId xmlns:a16="http://schemas.microsoft.com/office/drawing/2014/main" id="{FB8646DE-1820-1932-BD67-B4254EFCB756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EE37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87" name="CaixaDeTexto 86">
              <a:extLst>
                <a:ext uri="{FF2B5EF4-FFF2-40B4-BE49-F238E27FC236}">
                  <a16:creationId xmlns:a16="http://schemas.microsoft.com/office/drawing/2014/main" id="{1F6DE3A5-79A4-1D62-9A4B-61A07849A10F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3</a:t>
              </a:r>
              <a:endParaRPr lang="pt-BR" sz="5400" dirty="0"/>
            </a:p>
          </p:txBody>
        </p:sp>
      </p:grpSp>
      <p:grpSp>
        <p:nvGrpSpPr>
          <p:cNvPr id="96" name="Agrupar 95">
            <a:extLst>
              <a:ext uri="{FF2B5EF4-FFF2-40B4-BE49-F238E27FC236}">
                <a16:creationId xmlns:a16="http://schemas.microsoft.com/office/drawing/2014/main" id="{409790F1-44B1-4E27-9D84-2D3AA83C3F40}"/>
              </a:ext>
            </a:extLst>
          </p:cNvPr>
          <p:cNvGrpSpPr/>
          <p:nvPr/>
        </p:nvGrpSpPr>
        <p:grpSpPr>
          <a:xfrm>
            <a:off x="2688726" y="5794692"/>
            <a:ext cx="389940" cy="246221"/>
            <a:chOff x="1965117" y="5189845"/>
            <a:chExt cx="389940" cy="246221"/>
          </a:xfrm>
        </p:grpSpPr>
        <p:sp>
          <p:nvSpPr>
            <p:cNvPr id="97" name="Elipse 96">
              <a:extLst>
                <a:ext uri="{FF2B5EF4-FFF2-40B4-BE49-F238E27FC236}">
                  <a16:creationId xmlns:a16="http://schemas.microsoft.com/office/drawing/2014/main" id="{4722EF33-5B2E-17BE-EEAC-A239F817A73D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0B3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98" name="CaixaDeTexto 97">
              <a:extLst>
                <a:ext uri="{FF2B5EF4-FFF2-40B4-BE49-F238E27FC236}">
                  <a16:creationId xmlns:a16="http://schemas.microsoft.com/office/drawing/2014/main" id="{ACB98498-87B7-AD1A-539B-86D38F699A5E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13</a:t>
              </a:r>
              <a:endParaRPr lang="pt-BR" sz="5400" dirty="0"/>
            </a:p>
          </p:txBody>
        </p:sp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C0E916A2-C575-9077-E6E9-B853855F1907}"/>
              </a:ext>
            </a:extLst>
          </p:cNvPr>
          <p:cNvGrpSpPr/>
          <p:nvPr/>
        </p:nvGrpSpPr>
        <p:grpSpPr>
          <a:xfrm>
            <a:off x="2688726" y="5598148"/>
            <a:ext cx="389940" cy="246221"/>
            <a:chOff x="1965117" y="5189845"/>
            <a:chExt cx="389940" cy="246221"/>
          </a:xfrm>
        </p:grpSpPr>
        <p:sp>
          <p:nvSpPr>
            <p:cNvPr id="100" name="Elipse 99">
              <a:extLst>
                <a:ext uri="{FF2B5EF4-FFF2-40B4-BE49-F238E27FC236}">
                  <a16:creationId xmlns:a16="http://schemas.microsoft.com/office/drawing/2014/main" id="{E8C1EC15-DBFA-8ABB-DC33-AD20579E3CDE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683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01" name="CaixaDeTexto 100">
              <a:extLst>
                <a:ext uri="{FF2B5EF4-FFF2-40B4-BE49-F238E27FC236}">
                  <a16:creationId xmlns:a16="http://schemas.microsoft.com/office/drawing/2014/main" id="{A5468CD9-8880-C5B3-4C13-B702B94EC5D2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11</a:t>
              </a:r>
              <a:endParaRPr lang="pt-BR" sz="5400" dirty="0"/>
            </a:p>
          </p:txBody>
        </p:sp>
      </p:grpSp>
      <p:grpSp>
        <p:nvGrpSpPr>
          <p:cNvPr id="102" name="Agrupar 101">
            <a:extLst>
              <a:ext uri="{FF2B5EF4-FFF2-40B4-BE49-F238E27FC236}">
                <a16:creationId xmlns:a16="http://schemas.microsoft.com/office/drawing/2014/main" id="{1A182C05-04DA-FEDB-6CCB-E20988A26731}"/>
              </a:ext>
            </a:extLst>
          </p:cNvPr>
          <p:cNvGrpSpPr/>
          <p:nvPr/>
        </p:nvGrpSpPr>
        <p:grpSpPr>
          <a:xfrm>
            <a:off x="2688726" y="5398389"/>
            <a:ext cx="389940" cy="246221"/>
            <a:chOff x="1965117" y="5189845"/>
            <a:chExt cx="389940" cy="246221"/>
          </a:xfrm>
        </p:grpSpPr>
        <p:sp>
          <p:nvSpPr>
            <p:cNvPr id="103" name="Elipse 102">
              <a:extLst>
                <a:ext uri="{FF2B5EF4-FFF2-40B4-BE49-F238E27FC236}">
                  <a16:creationId xmlns:a16="http://schemas.microsoft.com/office/drawing/2014/main" id="{946EA4E5-37AF-0C1A-4887-CC124E7DB559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FF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04" name="CaixaDeTexto 103">
              <a:extLst>
                <a:ext uri="{FF2B5EF4-FFF2-40B4-BE49-F238E27FC236}">
                  <a16:creationId xmlns:a16="http://schemas.microsoft.com/office/drawing/2014/main" id="{E6672446-2D41-C2BB-9CC3-FD9DBB56EF27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4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8" name="Agrupar 107">
            <a:extLst>
              <a:ext uri="{FF2B5EF4-FFF2-40B4-BE49-F238E27FC236}">
                <a16:creationId xmlns:a16="http://schemas.microsoft.com/office/drawing/2014/main" id="{E1836616-1582-0321-D147-CF73D1D8C6D3}"/>
              </a:ext>
            </a:extLst>
          </p:cNvPr>
          <p:cNvGrpSpPr/>
          <p:nvPr/>
        </p:nvGrpSpPr>
        <p:grpSpPr>
          <a:xfrm>
            <a:off x="3071426" y="5593935"/>
            <a:ext cx="389940" cy="246221"/>
            <a:chOff x="1965117" y="5189845"/>
            <a:chExt cx="389940" cy="246221"/>
          </a:xfrm>
        </p:grpSpPr>
        <p:sp>
          <p:nvSpPr>
            <p:cNvPr id="109" name="Elipse 108">
              <a:extLst>
                <a:ext uri="{FF2B5EF4-FFF2-40B4-BE49-F238E27FC236}">
                  <a16:creationId xmlns:a16="http://schemas.microsoft.com/office/drawing/2014/main" id="{D47C2885-B0E7-3E1E-CA0C-018B98C4A51A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0B3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10" name="CaixaDeTexto 109">
              <a:extLst>
                <a:ext uri="{FF2B5EF4-FFF2-40B4-BE49-F238E27FC236}">
                  <a16:creationId xmlns:a16="http://schemas.microsoft.com/office/drawing/2014/main" id="{61008A20-569C-7955-8EDC-2324191D39D1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13</a:t>
              </a:r>
              <a:endParaRPr lang="pt-BR" sz="5400" dirty="0"/>
            </a:p>
          </p:txBody>
        </p:sp>
      </p:grpSp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6090CAD2-00B5-5B53-BC57-8F9327222ACD}"/>
              </a:ext>
            </a:extLst>
          </p:cNvPr>
          <p:cNvGrpSpPr/>
          <p:nvPr/>
        </p:nvGrpSpPr>
        <p:grpSpPr>
          <a:xfrm>
            <a:off x="3071426" y="5394176"/>
            <a:ext cx="389940" cy="246221"/>
            <a:chOff x="1965117" y="5189845"/>
            <a:chExt cx="389940" cy="246221"/>
          </a:xfrm>
        </p:grpSpPr>
        <p:sp>
          <p:nvSpPr>
            <p:cNvPr id="112" name="Elipse 111">
              <a:extLst>
                <a:ext uri="{FF2B5EF4-FFF2-40B4-BE49-F238E27FC236}">
                  <a16:creationId xmlns:a16="http://schemas.microsoft.com/office/drawing/2014/main" id="{1FC39FE5-4093-5356-94C1-C083EBAA2C6B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97A09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13" name="CaixaDeTexto 112">
              <a:extLst>
                <a:ext uri="{FF2B5EF4-FFF2-40B4-BE49-F238E27FC236}">
                  <a16:creationId xmlns:a16="http://schemas.microsoft.com/office/drawing/2014/main" id="{7F516876-B8E2-2029-1ACB-EB36F7817FD3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8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4" name="Agrupar 113">
            <a:extLst>
              <a:ext uri="{FF2B5EF4-FFF2-40B4-BE49-F238E27FC236}">
                <a16:creationId xmlns:a16="http://schemas.microsoft.com/office/drawing/2014/main" id="{34814256-02D1-A79D-9E05-435222D3135E}"/>
              </a:ext>
            </a:extLst>
          </p:cNvPr>
          <p:cNvGrpSpPr/>
          <p:nvPr/>
        </p:nvGrpSpPr>
        <p:grpSpPr>
          <a:xfrm>
            <a:off x="3071426" y="5194595"/>
            <a:ext cx="389940" cy="246221"/>
            <a:chOff x="1965117" y="5189845"/>
            <a:chExt cx="389940" cy="246221"/>
          </a:xfrm>
        </p:grpSpPr>
        <p:sp>
          <p:nvSpPr>
            <p:cNvPr id="115" name="Elipse 114">
              <a:extLst>
                <a:ext uri="{FF2B5EF4-FFF2-40B4-BE49-F238E27FC236}">
                  <a16:creationId xmlns:a16="http://schemas.microsoft.com/office/drawing/2014/main" id="{4AD8D4A8-99E9-F369-0855-86D2C80F5AAE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EE37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16" name="CaixaDeTexto 115">
              <a:extLst>
                <a:ext uri="{FF2B5EF4-FFF2-40B4-BE49-F238E27FC236}">
                  <a16:creationId xmlns:a16="http://schemas.microsoft.com/office/drawing/2014/main" id="{93715BB6-5EC6-7705-5C63-C90B15648EC9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3</a:t>
              </a:r>
              <a:endParaRPr lang="pt-BR" sz="5400" dirty="0"/>
            </a:p>
          </p:txBody>
        </p:sp>
      </p:grpSp>
      <p:grpSp>
        <p:nvGrpSpPr>
          <p:cNvPr id="117" name="Agrupar 116">
            <a:extLst>
              <a:ext uri="{FF2B5EF4-FFF2-40B4-BE49-F238E27FC236}">
                <a16:creationId xmlns:a16="http://schemas.microsoft.com/office/drawing/2014/main" id="{6846FF82-2139-7365-192C-D5E392397B32}"/>
              </a:ext>
            </a:extLst>
          </p:cNvPr>
          <p:cNvGrpSpPr/>
          <p:nvPr/>
        </p:nvGrpSpPr>
        <p:grpSpPr>
          <a:xfrm>
            <a:off x="2313264" y="5396193"/>
            <a:ext cx="389940" cy="246221"/>
            <a:chOff x="1965117" y="5189845"/>
            <a:chExt cx="389940" cy="246221"/>
          </a:xfrm>
        </p:grpSpPr>
        <p:sp>
          <p:nvSpPr>
            <p:cNvPr id="118" name="Elipse 117">
              <a:extLst>
                <a:ext uri="{FF2B5EF4-FFF2-40B4-BE49-F238E27FC236}">
                  <a16:creationId xmlns:a16="http://schemas.microsoft.com/office/drawing/2014/main" id="{0F9C3079-D14A-0AF9-3883-83929AC7F7B6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683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19" name="CaixaDeTexto 118">
              <a:extLst>
                <a:ext uri="{FF2B5EF4-FFF2-40B4-BE49-F238E27FC236}">
                  <a16:creationId xmlns:a16="http://schemas.microsoft.com/office/drawing/2014/main" id="{00A1EA30-DCF8-794D-864D-96D07EB41781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11</a:t>
              </a:r>
              <a:endParaRPr lang="pt-BR" sz="5400" dirty="0"/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B3DF403F-1DF6-254B-935E-87DA92778F28}"/>
              </a:ext>
            </a:extLst>
          </p:cNvPr>
          <p:cNvSpPr txBox="1"/>
          <p:nvPr/>
        </p:nvSpPr>
        <p:spPr>
          <a:xfrm>
            <a:off x="0" y="6560456"/>
            <a:ext cx="12191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Aptos Narrow" panose="020B0004020202020204" pitchFamily="34" charset="0"/>
              </a:rPr>
              <a:t>Created</a:t>
            </a:r>
            <a:r>
              <a:rPr lang="pt-BR" sz="1400" dirty="0">
                <a:latin typeface="Aptos Narrow" panose="020B0004020202020204" pitchFamily="34" charset="0"/>
              </a:rPr>
              <a:t> </a:t>
            </a:r>
            <a:r>
              <a:rPr lang="pt-BR" sz="1400" dirty="0" err="1">
                <a:latin typeface="Aptos Narrow" panose="020B0004020202020204" pitchFamily="34" charset="0"/>
              </a:rPr>
              <a:t>by</a:t>
            </a:r>
            <a:r>
              <a:rPr lang="pt-BR" sz="1400" dirty="0">
                <a:latin typeface="Aptos Narrow" panose="020B0004020202020204" pitchFamily="34" charset="0"/>
              </a:rPr>
              <a:t> Sampa-4-u</a:t>
            </a:r>
          </a:p>
        </p:txBody>
      </p:sp>
      <p:pic>
        <p:nvPicPr>
          <p:cNvPr id="61" name="Imagem 60" descr="Ícone&#10;&#10;Descrição gerada automaticamente">
            <a:extLst>
              <a:ext uri="{FF2B5EF4-FFF2-40B4-BE49-F238E27FC236}">
                <a16:creationId xmlns:a16="http://schemas.microsoft.com/office/drawing/2014/main" id="{D43F14C1-1ED2-6598-AB40-4A1E8ACBD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54" y="6577291"/>
            <a:ext cx="274105" cy="27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975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tângulo 58">
            <a:extLst>
              <a:ext uri="{FF2B5EF4-FFF2-40B4-BE49-F238E27FC236}">
                <a16:creationId xmlns:a16="http://schemas.microsoft.com/office/drawing/2014/main" id="{104B680A-6CF0-C170-7A73-9B443EF3FF90}"/>
              </a:ext>
            </a:extLst>
          </p:cNvPr>
          <p:cNvSpPr/>
          <p:nvPr/>
        </p:nvSpPr>
        <p:spPr>
          <a:xfrm>
            <a:off x="0" y="4926106"/>
            <a:ext cx="12192000" cy="259976"/>
          </a:xfrm>
          <a:prstGeom prst="rect">
            <a:avLst/>
          </a:prstGeom>
          <a:solidFill>
            <a:srgbClr val="97A0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87" name="Agrupar 86">
            <a:extLst>
              <a:ext uri="{FF2B5EF4-FFF2-40B4-BE49-F238E27FC236}">
                <a16:creationId xmlns:a16="http://schemas.microsoft.com/office/drawing/2014/main" id="{72153C30-46BB-F4FF-9EF0-BA4B39E9B988}"/>
              </a:ext>
            </a:extLst>
          </p:cNvPr>
          <p:cNvGrpSpPr/>
          <p:nvPr/>
        </p:nvGrpSpPr>
        <p:grpSpPr>
          <a:xfrm>
            <a:off x="1610644" y="2549839"/>
            <a:ext cx="805134" cy="2595038"/>
            <a:chOff x="1804833" y="3092204"/>
            <a:chExt cx="805134" cy="2595038"/>
          </a:xfrm>
        </p:grpSpPr>
        <p:sp>
          <p:nvSpPr>
            <p:cNvPr id="88" name="Elipse 87">
              <a:extLst>
                <a:ext uri="{FF2B5EF4-FFF2-40B4-BE49-F238E27FC236}">
                  <a16:creationId xmlns:a16="http://schemas.microsoft.com/office/drawing/2014/main" id="{75A7FF53-B32F-8480-B48B-566F1DD9A0C2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9" name="CaixaDeTexto 88">
              <a:extLst>
                <a:ext uri="{FF2B5EF4-FFF2-40B4-BE49-F238E27FC236}">
                  <a16:creationId xmlns:a16="http://schemas.microsoft.com/office/drawing/2014/main" id="{E45059C1-12BE-F098-0054-1EA4AA7E34ED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Júlio Prestes</a:t>
              </a:r>
            </a:p>
          </p:txBody>
        </p:sp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2C60731B-F340-CDBB-7E7A-EE556B063C66}"/>
              </a:ext>
            </a:extLst>
          </p:cNvPr>
          <p:cNvGrpSpPr/>
          <p:nvPr/>
        </p:nvGrpSpPr>
        <p:grpSpPr>
          <a:xfrm>
            <a:off x="1994064" y="2549839"/>
            <a:ext cx="805134" cy="2595038"/>
            <a:chOff x="1804833" y="3092204"/>
            <a:chExt cx="805134" cy="2595038"/>
          </a:xfrm>
        </p:grpSpPr>
        <p:sp>
          <p:nvSpPr>
            <p:cNvPr id="91" name="Elipse 90">
              <a:extLst>
                <a:ext uri="{FF2B5EF4-FFF2-40B4-BE49-F238E27FC236}">
                  <a16:creationId xmlns:a16="http://schemas.microsoft.com/office/drawing/2014/main" id="{21FD67F6-F012-31D1-4885-93D6BEC71526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2" name="CaixaDeTexto 91">
              <a:extLst>
                <a:ext uri="{FF2B5EF4-FFF2-40B4-BE49-F238E27FC236}">
                  <a16:creationId xmlns:a16="http://schemas.microsoft.com/office/drawing/2014/main" id="{A7FBBC44-210A-1E6F-5958-314DB0CA5CF2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Palmeiras – Barra Funda</a:t>
              </a:r>
            </a:p>
          </p:txBody>
        </p:sp>
      </p:grpSp>
      <p:grpSp>
        <p:nvGrpSpPr>
          <p:cNvPr id="93" name="Agrupar 92">
            <a:extLst>
              <a:ext uri="{FF2B5EF4-FFF2-40B4-BE49-F238E27FC236}">
                <a16:creationId xmlns:a16="http://schemas.microsoft.com/office/drawing/2014/main" id="{6AEF52E9-2DA4-9ED0-0B11-8020F80B6BCB}"/>
              </a:ext>
            </a:extLst>
          </p:cNvPr>
          <p:cNvGrpSpPr/>
          <p:nvPr/>
        </p:nvGrpSpPr>
        <p:grpSpPr>
          <a:xfrm>
            <a:off x="2379865" y="2549840"/>
            <a:ext cx="874383" cy="2595037"/>
            <a:chOff x="1804833" y="3092205"/>
            <a:chExt cx="874383" cy="2595037"/>
          </a:xfrm>
        </p:grpSpPr>
        <p:sp>
          <p:nvSpPr>
            <p:cNvPr id="94" name="Elipse 93">
              <a:extLst>
                <a:ext uri="{FF2B5EF4-FFF2-40B4-BE49-F238E27FC236}">
                  <a16:creationId xmlns:a16="http://schemas.microsoft.com/office/drawing/2014/main" id="{241E3DE5-314B-BAC3-6103-C3D8E815D264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5" name="CaixaDeTexto 94">
              <a:extLst>
                <a:ext uri="{FF2B5EF4-FFF2-40B4-BE49-F238E27FC236}">
                  <a16:creationId xmlns:a16="http://schemas.microsoft.com/office/drawing/2014/main" id="{505D340F-6F5D-1B65-89CC-6BB8FE5D2A86}"/>
                </a:ext>
              </a:extLst>
            </p:cNvPr>
            <p:cNvSpPr txBox="1"/>
            <p:nvPr/>
          </p:nvSpPr>
          <p:spPr>
            <a:xfrm rot="18000000">
              <a:off x="1210863" y="4052727"/>
              <a:ext cx="2428875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Lapa</a:t>
              </a:r>
            </a:p>
            <a:p>
              <a:r>
                <a:rPr lang="pt-BR" sz="900" dirty="0"/>
                <a:t>Senac</a:t>
              </a:r>
            </a:p>
          </p:txBody>
        </p:sp>
      </p:grpSp>
      <p:grpSp>
        <p:nvGrpSpPr>
          <p:cNvPr id="96" name="Agrupar 95">
            <a:extLst>
              <a:ext uri="{FF2B5EF4-FFF2-40B4-BE49-F238E27FC236}">
                <a16:creationId xmlns:a16="http://schemas.microsoft.com/office/drawing/2014/main" id="{158FF2E2-F7FF-9DC9-AEFF-F729D607C8E2}"/>
              </a:ext>
            </a:extLst>
          </p:cNvPr>
          <p:cNvGrpSpPr/>
          <p:nvPr/>
        </p:nvGrpSpPr>
        <p:grpSpPr>
          <a:xfrm>
            <a:off x="2765666" y="2549839"/>
            <a:ext cx="805134" cy="2595038"/>
            <a:chOff x="1804833" y="3092204"/>
            <a:chExt cx="805134" cy="2595038"/>
          </a:xfrm>
        </p:grpSpPr>
        <p:sp>
          <p:nvSpPr>
            <p:cNvPr id="97" name="Elipse 96">
              <a:extLst>
                <a:ext uri="{FF2B5EF4-FFF2-40B4-BE49-F238E27FC236}">
                  <a16:creationId xmlns:a16="http://schemas.microsoft.com/office/drawing/2014/main" id="{3D93DCFA-CEDF-4A11-8481-F7ED19EF714C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8" name="CaixaDeTexto 97">
              <a:extLst>
                <a:ext uri="{FF2B5EF4-FFF2-40B4-BE49-F238E27FC236}">
                  <a16:creationId xmlns:a16="http://schemas.microsoft.com/office/drawing/2014/main" id="{2DD78697-5BDB-9528-70A3-52BF3B9CC7C1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Domingos de Moraes</a:t>
              </a:r>
            </a:p>
          </p:txBody>
        </p:sp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7618B978-3EA1-A01E-1F54-44A8073A482E}"/>
              </a:ext>
            </a:extLst>
          </p:cNvPr>
          <p:cNvGrpSpPr/>
          <p:nvPr/>
        </p:nvGrpSpPr>
        <p:grpSpPr>
          <a:xfrm>
            <a:off x="3151467" y="2549839"/>
            <a:ext cx="805134" cy="2595038"/>
            <a:chOff x="1804833" y="3092204"/>
            <a:chExt cx="805134" cy="2595038"/>
          </a:xfrm>
        </p:grpSpPr>
        <p:sp>
          <p:nvSpPr>
            <p:cNvPr id="100" name="Elipse 99">
              <a:extLst>
                <a:ext uri="{FF2B5EF4-FFF2-40B4-BE49-F238E27FC236}">
                  <a16:creationId xmlns:a16="http://schemas.microsoft.com/office/drawing/2014/main" id="{B23C5FA5-D100-779F-3BEE-50918A72AD72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1" name="CaixaDeTexto 100">
              <a:extLst>
                <a:ext uri="{FF2B5EF4-FFF2-40B4-BE49-F238E27FC236}">
                  <a16:creationId xmlns:a16="http://schemas.microsoft.com/office/drawing/2014/main" id="{765B4992-C3AA-25F4-8532-B5C354DDBA33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Imperatriz Leopoldina</a:t>
              </a:r>
            </a:p>
          </p:txBody>
        </p:sp>
      </p:grpSp>
      <p:grpSp>
        <p:nvGrpSpPr>
          <p:cNvPr id="102" name="Agrupar 101">
            <a:extLst>
              <a:ext uri="{FF2B5EF4-FFF2-40B4-BE49-F238E27FC236}">
                <a16:creationId xmlns:a16="http://schemas.microsoft.com/office/drawing/2014/main" id="{A930DC4C-5912-7566-7343-D6F35DA546C5}"/>
              </a:ext>
            </a:extLst>
          </p:cNvPr>
          <p:cNvGrpSpPr/>
          <p:nvPr/>
        </p:nvGrpSpPr>
        <p:grpSpPr>
          <a:xfrm>
            <a:off x="3537268" y="2549839"/>
            <a:ext cx="805134" cy="2595038"/>
            <a:chOff x="1804833" y="3092204"/>
            <a:chExt cx="805134" cy="2595038"/>
          </a:xfrm>
        </p:grpSpPr>
        <p:sp>
          <p:nvSpPr>
            <p:cNvPr id="103" name="Elipse 102">
              <a:extLst>
                <a:ext uri="{FF2B5EF4-FFF2-40B4-BE49-F238E27FC236}">
                  <a16:creationId xmlns:a16="http://schemas.microsoft.com/office/drawing/2014/main" id="{5BF54320-7FCD-0359-300D-A23CCC42E4CF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4" name="CaixaDeTexto 103">
              <a:extLst>
                <a:ext uri="{FF2B5EF4-FFF2-40B4-BE49-F238E27FC236}">
                  <a16:creationId xmlns:a16="http://schemas.microsoft.com/office/drawing/2014/main" id="{B1273B86-8DC8-385F-0FA5-5B4BCCFE7BC9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Presidente Altino</a:t>
              </a:r>
            </a:p>
          </p:txBody>
        </p:sp>
      </p:grpSp>
      <p:grpSp>
        <p:nvGrpSpPr>
          <p:cNvPr id="105" name="Agrupar 104">
            <a:extLst>
              <a:ext uri="{FF2B5EF4-FFF2-40B4-BE49-F238E27FC236}">
                <a16:creationId xmlns:a16="http://schemas.microsoft.com/office/drawing/2014/main" id="{0D6E422E-98DC-6991-4BF5-67C733EE1AF4}"/>
              </a:ext>
            </a:extLst>
          </p:cNvPr>
          <p:cNvGrpSpPr/>
          <p:nvPr/>
        </p:nvGrpSpPr>
        <p:grpSpPr>
          <a:xfrm>
            <a:off x="3920688" y="2549839"/>
            <a:ext cx="805134" cy="2595038"/>
            <a:chOff x="1804833" y="3092204"/>
            <a:chExt cx="805134" cy="2595038"/>
          </a:xfrm>
        </p:grpSpPr>
        <p:sp>
          <p:nvSpPr>
            <p:cNvPr id="106" name="Elipse 105">
              <a:extLst>
                <a:ext uri="{FF2B5EF4-FFF2-40B4-BE49-F238E27FC236}">
                  <a16:creationId xmlns:a16="http://schemas.microsoft.com/office/drawing/2014/main" id="{46D87788-BEC6-8B60-1787-019BF028D9B3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" name="CaixaDeTexto 106">
              <a:extLst>
                <a:ext uri="{FF2B5EF4-FFF2-40B4-BE49-F238E27FC236}">
                  <a16:creationId xmlns:a16="http://schemas.microsoft.com/office/drawing/2014/main" id="{7F2C4D29-CEC0-1180-5EA2-9A1C005CE1F8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Osasco</a:t>
              </a:r>
            </a:p>
          </p:txBody>
        </p:sp>
      </p:grpSp>
      <p:grpSp>
        <p:nvGrpSpPr>
          <p:cNvPr id="108" name="Agrupar 107">
            <a:extLst>
              <a:ext uri="{FF2B5EF4-FFF2-40B4-BE49-F238E27FC236}">
                <a16:creationId xmlns:a16="http://schemas.microsoft.com/office/drawing/2014/main" id="{B98C631B-9AA6-F541-734F-F9F8E2851A0F}"/>
              </a:ext>
            </a:extLst>
          </p:cNvPr>
          <p:cNvGrpSpPr/>
          <p:nvPr/>
        </p:nvGrpSpPr>
        <p:grpSpPr>
          <a:xfrm>
            <a:off x="4304108" y="2549839"/>
            <a:ext cx="805134" cy="2595038"/>
            <a:chOff x="1804833" y="3092204"/>
            <a:chExt cx="805134" cy="2595038"/>
          </a:xfrm>
        </p:grpSpPr>
        <p:sp>
          <p:nvSpPr>
            <p:cNvPr id="109" name="Elipse 108">
              <a:extLst>
                <a:ext uri="{FF2B5EF4-FFF2-40B4-BE49-F238E27FC236}">
                  <a16:creationId xmlns:a16="http://schemas.microsoft.com/office/drawing/2014/main" id="{A8C2682A-E2ED-DEF0-0598-6778D1156D06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0" name="CaixaDeTexto 109">
              <a:extLst>
                <a:ext uri="{FF2B5EF4-FFF2-40B4-BE49-F238E27FC236}">
                  <a16:creationId xmlns:a16="http://schemas.microsoft.com/office/drawing/2014/main" id="{EDC59EA6-9FEE-4100-36B5-FA7C2B7E0482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Comandante Sampaio</a:t>
              </a:r>
            </a:p>
          </p:txBody>
        </p:sp>
      </p:grpSp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DC964E74-901E-B39B-8607-6F954EF2DF48}"/>
              </a:ext>
            </a:extLst>
          </p:cNvPr>
          <p:cNvGrpSpPr/>
          <p:nvPr/>
        </p:nvGrpSpPr>
        <p:grpSpPr>
          <a:xfrm>
            <a:off x="4687528" y="2549839"/>
            <a:ext cx="805134" cy="2595038"/>
            <a:chOff x="1804833" y="3092204"/>
            <a:chExt cx="805134" cy="2595038"/>
          </a:xfrm>
        </p:grpSpPr>
        <p:sp>
          <p:nvSpPr>
            <p:cNvPr id="112" name="Elipse 111">
              <a:extLst>
                <a:ext uri="{FF2B5EF4-FFF2-40B4-BE49-F238E27FC236}">
                  <a16:creationId xmlns:a16="http://schemas.microsoft.com/office/drawing/2014/main" id="{FABCA8B5-0078-DB47-7AA4-F097665E9B8D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3" name="CaixaDeTexto 112">
              <a:extLst>
                <a:ext uri="{FF2B5EF4-FFF2-40B4-BE49-F238E27FC236}">
                  <a16:creationId xmlns:a16="http://schemas.microsoft.com/office/drawing/2014/main" id="{E5F652A2-0D4F-B2CA-6560-72989584BD63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Quitaúna</a:t>
              </a:r>
            </a:p>
          </p:txBody>
        </p:sp>
      </p:grpSp>
      <p:grpSp>
        <p:nvGrpSpPr>
          <p:cNvPr id="114" name="Agrupar 113">
            <a:extLst>
              <a:ext uri="{FF2B5EF4-FFF2-40B4-BE49-F238E27FC236}">
                <a16:creationId xmlns:a16="http://schemas.microsoft.com/office/drawing/2014/main" id="{AAB9BA3F-4AF6-1139-10D8-54469DC5963A}"/>
              </a:ext>
            </a:extLst>
          </p:cNvPr>
          <p:cNvGrpSpPr/>
          <p:nvPr/>
        </p:nvGrpSpPr>
        <p:grpSpPr>
          <a:xfrm>
            <a:off x="5071717" y="2549839"/>
            <a:ext cx="805134" cy="2595038"/>
            <a:chOff x="1804833" y="3092204"/>
            <a:chExt cx="805134" cy="2595038"/>
          </a:xfrm>
        </p:grpSpPr>
        <p:sp>
          <p:nvSpPr>
            <p:cNvPr id="115" name="Elipse 114">
              <a:extLst>
                <a:ext uri="{FF2B5EF4-FFF2-40B4-BE49-F238E27FC236}">
                  <a16:creationId xmlns:a16="http://schemas.microsoft.com/office/drawing/2014/main" id="{7F9CA55B-0B32-3D1D-9D73-704C7D901128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6" name="CaixaDeTexto 115">
              <a:extLst>
                <a:ext uri="{FF2B5EF4-FFF2-40B4-BE49-F238E27FC236}">
                  <a16:creationId xmlns:a16="http://schemas.microsoft.com/office/drawing/2014/main" id="{C29E6D8C-F08B-E8A9-7889-F663F286BBFA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General Miguel Costa</a:t>
              </a:r>
            </a:p>
          </p:txBody>
        </p:sp>
      </p:grpSp>
      <p:grpSp>
        <p:nvGrpSpPr>
          <p:cNvPr id="117" name="Agrupar 116">
            <a:extLst>
              <a:ext uri="{FF2B5EF4-FFF2-40B4-BE49-F238E27FC236}">
                <a16:creationId xmlns:a16="http://schemas.microsoft.com/office/drawing/2014/main" id="{93506ADB-7BF9-8165-1D41-20C60562254C}"/>
              </a:ext>
            </a:extLst>
          </p:cNvPr>
          <p:cNvGrpSpPr/>
          <p:nvPr/>
        </p:nvGrpSpPr>
        <p:grpSpPr>
          <a:xfrm>
            <a:off x="5457518" y="2549839"/>
            <a:ext cx="805134" cy="2595038"/>
            <a:chOff x="1804833" y="3092204"/>
            <a:chExt cx="805134" cy="2595038"/>
          </a:xfrm>
        </p:grpSpPr>
        <p:sp>
          <p:nvSpPr>
            <p:cNvPr id="118" name="Elipse 117">
              <a:extLst>
                <a:ext uri="{FF2B5EF4-FFF2-40B4-BE49-F238E27FC236}">
                  <a16:creationId xmlns:a16="http://schemas.microsoft.com/office/drawing/2014/main" id="{A27625AE-5F48-E856-5D1A-DB78A608D89D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9" name="CaixaDeTexto 118">
              <a:extLst>
                <a:ext uri="{FF2B5EF4-FFF2-40B4-BE49-F238E27FC236}">
                  <a16:creationId xmlns:a16="http://schemas.microsoft.com/office/drawing/2014/main" id="{027C8FF2-24AF-72C5-3DDE-1456C5BC9BD2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Carapicuíba</a:t>
              </a:r>
            </a:p>
          </p:txBody>
        </p:sp>
      </p:grpSp>
      <p:grpSp>
        <p:nvGrpSpPr>
          <p:cNvPr id="120" name="Agrupar 119">
            <a:extLst>
              <a:ext uri="{FF2B5EF4-FFF2-40B4-BE49-F238E27FC236}">
                <a16:creationId xmlns:a16="http://schemas.microsoft.com/office/drawing/2014/main" id="{CFAD707A-5913-65AD-2639-C95BA97F3825}"/>
              </a:ext>
            </a:extLst>
          </p:cNvPr>
          <p:cNvGrpSpPr/>
          <p:nvPr/>
        </p:nvGrpSpPr>
        <p:grpSpPr>
          <a:xfrm>
            <a:off x="5843319" y="2549839"/>
            <a:ext cx="805134" cy="2595038"/>
            <a:chOff x="1804833" y="3092204"/>
            <a:chExt cx="805134" cy="2595038"/>
          </a:xfrm>
        </p:grpSpPr>
        <p:sp>
          <p:nvSpPr>
            <p:cNvPr id="121" name="Elipse 120">
              <a:extLst>
                <a:ext uri="{FF2B5EF4-FFF2-40B4-BE49-F238E27FC236}">
                  <a16:creationId xmlns:a16="http://schemas.microsoft.com/office/drawing/2014/main" id="{DFEBFA07-4EE8-46ED-DA86-821EBA4DCB27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2" name="CaixaDeTexto 121">
              <a:extLst>
                <a:ext uri="{FF2B5EF4-FFF2-40B4-BE49-F238E27FC236}">
                  <a16:creationId xmlns:a16="http://schemas.microsoft.com/office/drawing/2014/main" id="{94BA1FCC-6A82-8C8E-7490-DA5EDD7BCFC8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Santa Terezinha</a:t>
              </a:r>
            </a:p>
          </p:txBody>
        </p:sp>
      </p:grpSp>
      <p:grpSp>
        <p:nvGrpSpPr>
          <p:cNvPr id="123" name="Agrupar 122">
            <a:extLst>
              <a:ext uri="{FF2B5EF4-FFF2-40B4-BE49-F238E27FC236}">
                <a16:creationId xmlns:a16="http://schemas.microsoft.com/office/drawing/2014/main" id="{3F10F5FC-7F4F-8FFF-9B2F-FE305D40A36F}"/>
              </a:ext>
            </a:extLst>
          </p:cNvPr>
          <p:cNvGrpSpPr/>
          <p:nvPr/>
        </p:nvGrpSpPr>
        <p:grpSpPr>
          <a:xfrm>
            <a:off x="6229701" y="2549839"/>
            <a:ext cx="805134" cy="2595038"/>
            <a:chOff x="1804833" y="3092204"/>
            <a:chExt cx="805134" cy="2595038"/>
          </a:xfrm>
        </p:grpSpPr>
        <p:sp>
          <p:nvSpPr>
            <p:cNvPr id="124" name="Elipse 123">
              <a:extLst>
                <a:ext uri="{FF2B5EF4-FFF2-40B4-BE49-F238E27FC236}">
                  <a16:creationId xmlns:a16="http://schemas.microsoft.com/office/drawing/2014/main" id="{6B4F8441-B51A-0914-227A-FD7FD5EF8B1A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5" name="CaixaDeTexto 124">
              <a:extLst>
                <a:ext uri="{FF2B5EF4-FFF2-40B4-BE49-F238E27FC236}">
                  <a16:creationId xmlns:a16="http://schemas.microsoft.com/office/drawing/2014/main" id="{1A3E2F9C-06EE-A4AE-25E2-D80266C8BC1B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Antônio João</a:t>
              </a:r>
            </a:p>
          </p:txBody>
        </p:sp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CD90B223-86A7-7783-1CC0-C63C06BA70AB}"/>
              </a:ext>
            </a:extLst>
          </p:cNvPr>
          <p:cNvGrpSpPr/>
          <p:nvPr/>
        </p:nvGrpSpPr>
        <p:grpSpPr>
          <a:xfrm>
            <a:off x="6615502" y="2549839"/>
            <a:ext cx="805134" cy="2595038"/>
            <a:chOff x="1804833" y="3092204"/>
            <a:chExt cx="805134" cy="2595038"/>
          </a:xfrm>
        </p:grpSpPr>
        <p:sp>
          <p:nvSpPr>
            <p:cNvPr id="127" name="Elipse 126">
              <a:extLst>
                <a:ext uri="{FF2B5EF4-FFF2-40B4-BE49-F238E27FC236}">
                  <a16:creationId xmlns:a16="http://schemas.microsoft.com/office/drawing/2014/main" id="{C625EA1E-0281-67A8-9039-7825F261C0D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8" name="CaixaDeTexto 127">
              <a:extLst>
                <a:ext uri="{FF2B5EF4-FFF2-40B4-BE49-F238E27FC236}">
                  <a16:creationId xmlns:a16="http://schemas.microsoft.com/office/drawing/2014/main" id="{60FE03CE-C507-6CA5-5F4B-9B36CC5A7FA4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Barueri</a:t>
              </a:r>
            </a:p>
          </p:txBody>
        </p:sp>
      </p:grpSp>
      <p:grpSp>
        <p:nvGrpSpPr>
          <p:cNvPr id="129" name="Agrupar 128">
            <a:extLst>
              <a:ext uri="{FF2B5EF4-FFF2-40B4-BE49-F238E27FC236}">
                <a16:creationId xmlns:a16="http://schemas.microsoft.com/office/drawing/2014/main" id="{BF1362F4-2B30-4DC9-9511-1370B7C0D92D}"/>
              </a:ext>
            </a:extLst>
          </p:cNvPr>
          <p:cNvGrpSpPr/>
          <p:nvPr/>
        </p:nvGrpSpPr>
        <p:grpSpPr>
          <a:xfrm>
            <a:off x="7001301" y="2549839"/>
            <a:ext cx="805134" cy="2595038"/>
            <a:chOff x="1804833" y="3092204"/>
            <a:chExt cx="805134" cy="2595038"/>
          </a:xfrm>
        </p:grpSpPr>
        <p:sp>
          <p:nvSpPr>
            <p:cNvPr id="130" name="Elipse 129">
              <a:extLst>
                <a:ext uri="{FF2B5EF4-FFF2-40B4-BE49-F238E27FC236}">
                  <a16:creationId xmlns:a16="http://schemas.microsoft.com/office/drawing/2014/main" id="{0E671828-B392-67B7-6F38-51AB4786CFD2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1" name="CaixaDeTexto 130">
              <a:extLst>
                <a:ext uri="{FF2B5EF4-FFF2-40B4-BE49-F238E27FC236}">
                  <a16:creationId xmlns:a16="http://schemas.microsoft.com/office/drawing/2014/main" id="{FE575D05-A845-ED59-8126-A286A454E88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Jardim </a:t>
              </a:r>
              <a:r>
                <a:rPr lang="pt-BR" dirty="0" err="1"/>
                <a:t>Belval</a:t>
              </a:r>
              <a:endParaRPr lang="pt-BR" dirty="0"/>
            </a:p>
          </p:txBody>
        </p:sp>
      </p:grpSp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F773E411-24C1-CDEC-0591-2197DF04669E}"/>
              </a:ext>
            </a:extLst>
          </p:cNvPr>
          <p:cNvGrpSpPr/>
          <p:nvPr/>
        </p:nvGrpSpPr>
        <p:grpSpPr>
          <a:xfrm>
            <a:off x="7386907" y="2549840"/>
            <a:ext cx="874383" cy="2595037"/>
            <a:chOff x="1804833" y="3092205"/>
            <a:chExt cx="874383" cy="2595037"/>
          </a:xfrm>
        </p:grpSpPr>
        <p:sp>
          <p:nvSpPr>
            <p:cNvPr id="133" name="Elipse 132">
              <a:extLst>
                <a:ext uri="{FF2B5EF4-FFF2-40B4-BE49-F238E27FC236}">
                  <a16:creationId xmlns:a16="http://schemas.microsoft.com/office/drawing/2014/main" id="{1FD86F7A-CB4F-C016-8BBD-0DA3B214C325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4" name="CaixaDeTexto 133">
              <a:extLst>
                <a:ext uri="{FF2B5EF4-FFF2-40B4-BE49-F238E27FC236}">
                  <a16:creationId xmlns:a16="http://schemas.microsoft.com/office/drawing/2014/main" id="{5AE2E229-C23C-C188-7DB9-62969CA3F2B1}"/>
                </a:ext>
              </a:extLst>
            </p:cNvPr>
            <p:cNvSpPr txBox="1"/>
            <p:nvPr/>
          </p:nvSpPr>
          <p:spPr>
            <a:xfrm rot="18000000">
              <a:off x="1210863" y="4052727"/>
              <a:ext cx="2428875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Jardim Silveira</a:t>
              </a:r>
            </a:p>
            <a:p>
              <a:r>
                <a:rPr lang="pt-BR" sz="900" dirty="0"/>
                <a:t>Leo Madeiras</a:t>
              </a:r>
            </a:p>
          </p:txBody>
        </p:sp>
      </p:grpSp>
      <p:grpSp>
        <p:nvGrpSpPr>
          <p:cNvPr id="135" name="Agrupar 134">
            <a:extLst>
              <a:ext uri="{FF2B5EF4-FFF2-40B4-BE49-F238E27FC236}">
                <a16:creationId xmlns:a16="http://schemas.microsoft.com/office/drawing/2014/main" id="{57D0396A-757C-CA38-E4B6-A7B082AAB57F}"/>
              </a:ext>
            </a:extLst>
          </p:cNvPr>
          <p:cNvGrpSpPr/>
          <p:nvPr/>
        </p:nvGrpSpPr>
        <p:grpSpPr>
          <a:xfrm>
            <a:off x="7772706" y="2549839"/>
            <a:ext cx="805134" cy="2595038"/>
            <a:chOff x="1804833" y="3092204"/>
            <a:chExt cx="805134" cy="2595038"/>
          </a:xfrm>
        </p:grpSpPr>
        <p:sp>
          <p:nvSpPr>
            <p:cNvPr id="136" name="Elipse 135">
              <a:extLst>
                <a:ext uri="{FF2B5EF4-FFF2-40B4-BE49-F238E27FC236}">
                  <a16:creationId xmlns:a16="http://schemas.microsoft.com/office/drawing/2014/main" id="{F8CD174B-C36A-2AEB-505F-1FDB5C7352FE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7" name="CaixaDeTexto 136">
              <a:extLst>
                <a:ext uri="{FF2B5EF4-FFF2-40B4-BE49-F238E27FC236}">
                  <a16:creationId xmlns:a16="http://schemas.microsoft.com/office/drawing/2014/main" id="{476CA7F3-B88A-D610-2AF4-0173BEB63D67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Jandira</a:t>
              </a:r>
            </a:p>
          </p:txBody>
        </p:sp>
      </p:grpSp>
      <p:grpSp>
        <p:nvGrpSpPr>
          <p:cNvPr id="138" name="Agrupar 137">
            <a:extLst>
              <a:ext uri="{FF2B5EF4-FFF2-40B4-BE49-F238E27FC236}">
                <a16:creationId xmlns:a16="http://schemas.microsoft.com/office/drawing/2014/main" id="{1A241839-0297-FFC6-A05B-E6133CCFE9F3}"/>
              </a:ext>
            </a:extLst>
          </p:cNvPr>
          <p:cNvGrpSpPr/>
          <p:nvPr/>
        </p:nvGrpSpPr>
        <p:grpSpPr>
          <a:xfrm>
            <a:off x="8158511" y="2549839"/>
            <a:ext cx="805134" cy="2595038"/>
            <a:chOff x="1804833" y="3092204"/>
            <a:chExt cx="805134" cy="2595038"/>
          </a:xfrm>
        </p:grpSpPr>
        <p:sp>
          <p:nvSpPr>
            <p:cNvPr id="139" name="Elipse 138">
              <a:extLst>
                <a:ext uri="{FF2B5EF4-FFF2-40B4-BE49-F238E27FC236}">
                  <a16:creationId xmlns:a16="http://schemas.microsoft.com/office/drawing/2014/main" id="{58884332-EFB6-EBDD-F19B-B4EB4C4A125A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0" name="CaixaDeTexto 139">
              <a:extLst>
                <a:ext uri="{FF2B5EF4-FFF2-40B4-BE49-F238E27FC236}">
                  <a16:creationId xmlns:a16="http://schemas.microsoft.com/office/drawing/2014/main" id="{8F55FD15-252B-DB49-C777-A097EAB3099E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Sagrado Coração</a:t>
              </a:r>
            </a:p>
          </p:txBody>
        </p:sp>
      </p:grpSp>
      <p:grpSp>
        <p:nvGrpSpPr>
          <p:cNvPr id="141" name="Agrupar 140">
            <a:extLst>
              <a:ext uri="{FF2B5EF4-FFF2-40B4-BE49-F238E27FC236}">
                <a16:creationId xmlns:a16="http://schemas.microsoft.com/office/drawing/2014/main" id="{0BEB64F8-CFEF-9041-FD80-CF1EEB4209A9}"/>
              </a:ext>
            </a:extLst>
          </p:cNvPr>
          <p:cNvGrpSpPr/>
          <p:nvPr/>
        </p:nvGrpSpPr>
        <p:grpSpPr>
          <a:xfrm>
            <a:off x="8544521" y="2549839"/>
            <a:ext cx="805134" cy="2595038"/>
            <a:chOff x="1804833" y="3092204"/>
            <a:chExt cx="805134" cy="2595038"/>
          </a:xfrm>
        </p:grpSpPr>
        <p:sp>
          <p:nvSpPr>
            <p:cNvPr id="142" name="Elipse 141">
              <a:extLst>
                <a:ext uri="{FF2B5EF4-FFF2-40B4-BE49-F238E27FC236}">
                  <a16:creationId xmlns:a16="http://schemas.microsoft.com/office/drawing/2014/main" id="{AA15B679-D314-CAA4-2F03-3C20938F1AD2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3" name="CaixaDeTexto 142">
              <a:extLst>
                <a:ext uri="{FF2B5EF4-FFF2-40B4-BE49-F238E27FC236}">
                  <a16:creationId xmlns:a16="http://schemas.microsoft.com/office/drawing/2014/main" id="{F38DCDBC-66A8-4FA8-642E-FB46104B224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Engenheiro Cardoso</a:t>
              </a:r>
            </a:p>
          </p:txBody>
        </p:sp>
      </p:grpSp>
      <p:grpSp>
        <p:nvGrpSpPr>
          <p:cNvPr id="144" name="Agrupar 143">
            <a:extLst>
              <a:ext uri="{FF2B5EF4-FFF2-40B4-BE49-F238E27FC236}">
                <a16:creationId xmlns:a16="http://schemas.microsoft.com/office/drawing/2014/main" id="{003D9F22-6758-E768-CEDE-7C637109815B}"/>
              </a:ext>
            </a:extLst>
          </p:cNvPr>
          <p:cNvGrpSpPr/>
          <p:nvPr/>
        </p:nvGrpSpPr>
        <p:grpSpPr>
          <a:xfrm>
            <a:off x="8930322" y="2549839"/>
            <a:ext cx="805134" cy="2595038"/>
            <a:chOff x="1804833" y="3092204"/>
            <a:chExt cx="805134" cy="2595038"/>
          </a:xfrm>
        </p:grpSpPr>
        <p:sp>
          <p:nvSpPr>
            <p:cNvPr id="145" name="Elipse 144">
              <a:extLst>
                <a:ext uri="{FF2B5EF4-FFF2-40B4-BE49-F238E27FC236}">
                  <a16:creationId xmlns:a16="http://schemas.microsoft.com/office/drawing/2014/main" id="{700F5BA8-5C28-80C9-E222-4A0A5F58A51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6" name="CaixaDeTexto 145">
              <a:extLst>
                <a:ext uri="{FF2B5EF4-FFF2-40B4-BE49-F238E27FC236}">
                  <a16:creationId xmlns:a16="http://schemas.microsoft.com/office/drawing/2014/main" id="{050BD81E-45C7-490B-DCAB-A158E47FE772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Itapevi</a:t>
              </a:r>
            </a:p>
          </p:txBody>
        </p:sp>
      </p:grpSp>
      <p:grpSp>
        <p:nvGrpSpPr>
          <p:cNvPr id="147" name="Agrupar 146">
            <a:extLst>
              <a:ext uri="{FF2B5EF4-FFF2-40B4-BE49-F238E27FC236}">
                <a16:creationId xmlns:a16="http://schemas.microsoft.com/office/drawing/2014/main" id="{39033EAD-B448-C2ED-41A1-990DF25C3FC5}"/>
              </a:ext>
            </a:extLst>
          </p:cNvPr>
          <p:cNvGrpSpPr/>
          <p:nvPr/>
        </p:nvGrpSpPr>
        <p:grpSpPr>
          <a:xfrm>
            <a:off x="9316120" y="2549839"/>
            <a:ext cx="805134" cy="2595038"/>
            <a:chOff x="1804833" y="3092204"/>
            <a:chExt cx="805134" cy="2595038"/>
          </a:xfrm>
        </p:grpSpPr>
        <p:sp>
          <p:nvSpPr>
            <p:cNvPr id="148" name="Elipse 147">
              <a:extLst>
                <a:ext uri="{FF2B5EF4-FFF2-40B4-BE49-F238E27FC236}">
                  <a16:creationId xmlns:a16="http://schemas.microsoft.com/office/drawing/2014/main" id="{B239C81C-4848-7237-5C43-E5A689CB15E5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9" name="CaixaDeTexto 148">
              <a:extLst>
                <a:ext uri="{FF2B5EF4-FFF2-40B4-BE49-F238E27FC236}">
                  <a16:creationId xmlns:a16="http://schemas.microsoft.com/office/drawing/2014/main" id="{E271F51D-4428-006E-6AE8-12918F69DB37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Santa Rita</a:t>
              </a:r>
            </a:p>
          </p:txBody>
        </p:sp>
      </p:grpSp>
      <p:grpSp>
        <p:nvGrpSpPr>
          <p:cNvPr id="150" name="Agrupar 149">
            <a:extLst>
              <a:ext uri="{FF2B5EF4-FFF2-40B4-BE49-F238E27FC236}">
                <a16:creationId xmlns:a16="http://schemas.microsoft.com/office/drawing/2014/main" id="{B80DF562-0142-8B64-1CA0-0B349FC80FCB}"/>
              </a:ext>
            </a:extLst>
          </p:cNvPr>
          <p:cNvGrpSpPr/>
          <p:nvPr/>
        </p:nvGrpSpPr>
        <p:grpSpPr>
          <a:xfrm>
            <a:off x="9702157" y="2549839"/>
            <a:ext cx="805134" cy="2595038"/>
            <a:chOff x="1804833" y="3092204"/>
            <a:chExt cx="805134" cy="2595038"/>
          </a:xfrm>
        </p:grpSpPr>
        <p:sp>
          <p:nvSpPr>
            <p:cNvPr id="151" name="Elipse 150">
              <a:extLst>
                <a:ext uri="{FF2B5EF4-FFF2-40B4-BE49-F238E27FC236}">
                  <a16:creationId xmlns:a16="http://schemas.microsoft.com/office/drawing/2014/main" id="{E7F5A569-4F91-1AF0-49CC-E707DE8F843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2" name="CaixaDeTexto 151">
              <a:extLst>
                <a:ext uri="{FF2B5EF4-FFF2-40B4-BE49-F238E27FC236}">
                  <a16:creationId xmlns:a16="http://schemas.microsoft.com/office/drawing/2014/main" id="{2CBB57DD-FBEF-5FF7-2397-8B3BDCD3F4C0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Cimenrita</a:t>
              </a:r>
              <a:endParaRPr lang="pt-BR" dirty="0"/>
            </a:p>
          </p:txBody>
        </p:sp>
      </p:grpSp>
      <p:grpSp>
        <p:nvGrpSpPr>
          <p:cNvPr id="153" name="Agrupar 152">
            <a:extLst>
              <a:ext uri="{FF2B5EF4-FFF2-40B4-BE49-F238E27FC236}">
                <a16:creationId xmlns:a16="http://schemas.microsoft.com/office/drawing/2014/main" id="{9515CB3D-527D-1719-D3A4-5F2A37A24BEB}"/>
              </a:ext>
            </a:extLst>
          </p:cNvPr>
          <p:cNvGrpSpPr/>
          <p:nvPr/>
        </p:nvGrpSpPr>
        <p:grpSpPr>
          <a:xfrm>
            <a:off x="10087956" y="2549839"/>
            <a:ext cx="805134" cy="2595038"/>
            <a:chOff x="1804833" y="3092204"/>
            <a:chExt cx="805134" cy="2595038"/>
          </a:xfrm>
        </p:grpSpPr>
        <p:sp>
          <p:nvSpPr>
            <p:cNvPr id="154" name="Elipse 153">
              <a:extLst>
                <a:ext uri="{FF2B5EF4-FFF2-40B4-BE49-F238E27FC236}">
                  <a16:creationId xmlns:a16="http://schemas.microsoft.com/office/drawing/2014/main" id="{482878BD-A821-4CBE-1C0A-C3E02FCE668E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5" name="CaixaDeTexto 154">
              <a:extLst>
                <a:ext uri="{FF2B5EF4-FFF2-40B4-BE49-F238E27FC236}">
                  <a16:creationId xmlns:a16="http://schemas.microsoft.com/office/drawing/2014/main" id="{6C537A5F-B0F0-4A5F-BAA7-1ECFB0003F33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Ambuitá</a:t>
              </a:r>
              <a:endParaRPr lang="pt-BR" dirty="0"/>
            </a:p>
          </p:txBody>
        </p:sp>
      </p:grpSp>
      <p:grpSp>
        <p:nvGrpSpPr>
          <p:cNvPr id="156" name="Agrupar 155">
            <a:extLst>
              <a:ext uri="{FF2B5EF4-FFF2-40B4-BE49-F238E27FC236}">
                <a16:creationId xmlns:a16="http://schemas.microsoft.com/office/drawing/2014/main" id="{08138A9B-43B7-2C77-31BB-DF25CE577832}"/>
              </a:ext>
            </a:extLst>
          </p:cNvPr>
          <p:cNvGrpSpPr/>
          <p:nvPr/>
        </p:nvGrpSpPr>
        <p:grpSpPr>
          <a:xfrm>
            <a:off x="10473757" y="2549839"/>
            <a:ext cx="805134" cy="2595038"/>
            <a:chOff x="1804833" y="3092204"/>
            <a:chExt cx="805134" cy="2595038"/>
          </a:xfrm>
        </p:grpSpPr>
        <p:sp>
          <p:nvSpPr>
            <p:cNvPr id="157" name="Elipse 156">
              <a:extLst>
                <a:ext uri="{FF2B5EF4-FFF2-40B4-BE49-F238E27FC236}">
                  <a16:creationId xmlns:a16="http://schemas.microsoft.com/office/drawing/2014/main" id="{AEF4DDB9-7E7F-B8B0-11C8-CCC0CE76F88C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8" name="CaixaDeTexto 157">
              <a:extLst>
                <a:ext uri="{FF2B5EF4-FFF2-40B4-BE49-F238E27FC236}">
                  <a16:creationId xmlns:a16="http://schemas.microsoft.com/office/drawing/2014/main" id="{BAEE0772-56B0-19CD-8D56-2F98B6095BF6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Amador Bueno</a:t>
              </a:r>
            </a:p>
          </p:txBody>
        </p:sp>
      </p:grpSp>
      <p:grpSp>
        <p:nvGrpSpPr>
          <p:cNvPr id="168" name="Agrupar 167">
            <a:extLst>
              <a:ext uri="{FF2B5EF4-FFF2-40B4-BE49-F238E27FC236}">
                <a16:creationId xmlns:a16="http://schemas.microsoft.com/office/drawing/2014/main" id="{25F3E042-71F9-2A3C-3504-656E815D1AE9}"/>
              </a:ext>
            </a:extLst>
          </p:cNvPr>
          <p:cNvGrpSpPr/>
          <p:nvPr/>
        </p:nvGrpSpPr>
        <p:grpSpPr>
          <a:xfrm>
            <a:off x="1936087" y="5794692"/>
            <a:ext cx="389940" cy="246221"/>
            <a:chOff x="1965117" y="5189845"/>
            <a:chExt cx="389940" cy="246221"/>
          </a:xfrm>
        </p:grpSpPr>
        <p:sp>
          <p:nvSpPr>
            <p:cNvPr id="165" name="Elipse 164">
              <a:extLst>
                <a:ext uri="{FF2B5EF4-FFF2-40B4-BE49-F238E27FC236}">
                  <a16:creationId xmlns:a16="http://schemas.microsoft.com/office/drawing/2014/main" id="{A3879377-C6EB-3AD0-35A0-D455E8CF853C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0B3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67" name="CaixaDeTexto 166">
              <a:extLst>
                <a:ext uri="{FF2B5EF4-FFF2-40B4-BE49-F238E27FC236}">
                  <a16:creationId xmlns:a16="http://schemas.microsoft.com/office/drawing/2014/main" id="{DAEC87B2-307C-812E-3235-F09DE09BD2D6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13</a:t>
              </a:r>
              <a:endParaRPr lang="pt-BR" sz="5400" dirty="0"/>
            </a:p>
          </p:txBody>
        </p:sp>
      </p:grpSp>
      <p:grpSp>
        <p:nvGrpSpPr>
          <p:cNvPr id="169" name="Agrupar 168">
            <a:extLst>
              <a:ext uri="{FF2B5EF4-FFF2-40B4-BE49-F238E27FC236}">
                <a16:creationId xmlns:a16="http://schemas.microsoft.com/office/drawing/2014/main" id="{67AD3C29-06D9-941F-1DB2-4B17DAAEB94F}"/>
              </a:ext>
            </a:extLst>
          </p:cNvPr>
          <p:cNvGrpSpPr/>
          <p:nvPr/>
        </p:nvGrpSpPr>
        <p:grpSpPr>
          <a:xfrm>
            <a:off x="1936087" y="5598148"/>
            <a:ext cx="389940" cy="246221"/>
            <a:chOff x="1965117" y="5189845"/>
            <a:chExt cx="389940" cy="246221"/>
          </a:xfrm>
        </p:grpSpPr>
        <p:sp>
          <p:nvSpPr>
            <p:cNvPr id="170" name="Elipse 169">
              <a:extLst>
                <a:ext uri="{FF2B5EF4-FFF2-40B4-BE49-F238E27FC236}">
                  <a16:creationId xmlns:a16="http://schemas.microsoft.com/office/drawing/2014/main" id="{AAE9602B-4DF5-A8E0-B40D-1CD9C5A64CD4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683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71" name="CaixaDeTexto 170">
              <a:extLst>
                <a:ext uri="{FF2B5EF4-FFF2-40B4-BE49-F238E27FC236}">
                  <a16:creationId xmlns:a16="http://schemas.microsoft.com/office/drawing/2014/main" id="{7BA5BE93-0585-9E17-8062-4777C3A4A080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11</a:t>
              </a:r>
              <a:endParaRPr lang="pt-BR" sz="5400" dirty="0"/>
            </a:p>
          </p:txBody>
        </p:sp>
      </p:grpSp>
      <p:grpSp>
        <p:nvGrpSpPr>
          <p:cNvPr id="173" name="Agrupar 172">
            <a:extLst>
              <a:ext uri="{FF2B5EF4-FFF2-40B4-BE49-F238E27FC236}">
                <a16:creationId xmlns:a16="http://schemas.microsoft.com/office/drawing/2014/main" id="{90B6B57B-A557-64A1-EA95-524BA745D152}"/>
              </a:ext>
            </a:extLst>
          </p:cNvPr>
          <p:cNvGrpSpPr/>
          <p:nvPr/>
        </p:nvGrpSpPr>
        <p:grpSpPr>
          <a:xfrm>
            <a:off x="1936087" y="5398389"/>
            <a:ext cx="389940" cy="246221"/>
            <a:chOff x="1965117" y="5189845"/>
            <a:chExt cx="389940" cy="246221"/>
          </a:xfrm>
        </p:grpSpPr>
        <p:sp>
          <p:nvSpPr>
            <p:cNvPr id="174" name="Elipse 173">
              <a:extLst>
                <a:ext uri="{FF2B5EF4-FFF2-40B4-BE49-F238E27FC236}">
                  <a16:creationId xmlns:a16="http://schemas.microsoft.com/office/drawing/2014/main" id="{599D4A19-976A-1B2E-D424-E2932BE67984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CA01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75" name="CaixaDeTexto 174">
              <a:extLst>
                <a:ext uri="{FF2B5EF4-FFF2-40B4-BE49-F238E27FC236}">
                  <a16:creationId xmlns:a16="http://schemas.microsoft.com/office/drawing/2014/main" id="{A456A62C-264E-FE18-1D3A-F943F73606D3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7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6" name="Agrupar 175">
            <a:extLst>
              <a:ext uri="{FF2B5EF4-FFF2-40B4-BE49-F238E27FC236}">
                <a16:creationId xmlns:a16="http://schemas.microsoft.com/office/drawing/2014/main" id="{D80B4202-81F4-017C-76E5-B175ABB58837}"/>
              </a:ext>
            </a:extLst>
          </p:cNvPr>
          <p:cNvGrpSpPr/>
          <p:nvPr/>
        </p:nvGrpSpPr>
        <p:grpSpPr>
          <a:xfrm>
            <a:off x="1936087" y="5198808"/>
            <a:ext cx="389940" cy="246221"/>
            <a:chOff x="1965117" y="5189845"/>
            <a:chExt cx="389940" cy="246221"/>
          </a:xfrm>
        </p:grpSpPr>
        <p:sp>
          <p:nvSpPr>
            <p:cNvPr id="177" name="Elipse 176">
              <a:extLst>
                <a:ext uri="{FF2B5EF4-FFF2-40B4-BE49-F238E27FC236}">
                  <a16:creationId xmlns:a16="http://schemas.microsoft.com/office/drawing/2014/main" id="{8E1E0146-9377-D12C-D840-7FA7647178CA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EE37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78" name="CaixaDeTexto 177">
              <a:extLst>
                <a:ext uri="{FF2B5EF4-FFF2-40B4-BE49-F238E27FC236}">
                  <a16:creationId xmlns:a16="http://schemas.microsoft.com/office/drawing/2014/main" id="{1756330F-2C81-885A-1691-2EB8BBFA40B9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3</a:t>
              </a:r>
              <a:endParaRPr lang="pt-BR" sz="5400" dirty="0"/>
            </a:p>
          </p:txBody>
        </p:sp>
      </p:grpSp>
      <p:grpSp>
        <p:nvGrpSpPr>
          <p:cNvPr id="179" name="Agrupar 178">
            <a:extLst>
              <a:ext uri="{FF2B5EF4-FFF2-40B4-BE49-F238E27FC236}">
                <a16:creationId xmlns:a16="http://schemas.microsoft.com/office/drawing/2014/main" id="{C66ADF20-8F01-C8E5-C896-F07D00880CA8}"/>
              </a:ext>
            </a:extLst>
          </p:cNvPr>
          <p:cNvGrpSpPr/>
          <p:nvPr/>
        </p:nvGrpSpPr>
        <p:grpSpPr>
          <a:xfrm>
            <a:off x="3485686" y="5198808"/>
            <a:ext cx="389940" cy="246221"/>
            <a:chOff x="1965117" y="5189845"/>
            <a:chExt cx="389940" cy="246221"/>
          </a:xfrm>
        </p:grpSpPr>
        <p:sp>
          <p:nvSpPr>
            <p:cNvPr id="180" name="Elipse 179">
              <a:extLst>
                <a:ext uri="{FF2B5EF4-FFF2-40B4-BE49-F238E27FC236}">
                  <a16:creationId xmlns:a16="http://schemas.microsoft.com/office/drawing/2014/main" id="{4DC164EA-8C23-5AAD-8BF9-7AAC6CD35FC9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1A9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81" name="CaixaDeTexto 180">
              <a:extLst>
                <a:ext uri="{FF2B5EF4-FFF2-40B4-BE49-F238E27FC236}">
                  <a16:creationId xmlns:a16="http://schemas.microsoft.com/office/drawing/2014/main" id="{E2CFB94C-3B43-E37D-6B4C-5DDCC144848D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9</a:t>
              </a:r>
              <a:endParaRPr lang="pt-BR" sz="5400" dirty="0"/>
            </a:p>
          </p:txBody>
        </p:sp>
      </p:grpSp>
      <p:grpSp>
        <p:nvGrpSpPr>
          <p:cNvPr id="182" name="Agrupar 181">
            <a:extLst>
              <a:ext uri="{FF2B5EF4-FFF2-40B4-BE49-F238E27FC236}">
                <a16:creationId xmlns:a16="http://schemas.microsoft.com/office/drawing/2014/main" id="{842359F2-DCC1-CF66-BD88-9D9F8E275E27}"/>
              </a:ext>
            </a:extLst>
          </p:cNvPr>
          <p:cNvGrpSpPr/>
          <p:nvPr/>
        </p:nvGrpSpPr>
        <p:grpSpPr>
          <a:xfrm>
            <a:off x="3863721" y="5198807"/>
            <a:ext cx="389940" cy="246221"/>
            <a:chOff x="1965117" y="5189845"/>
            <a:chExt cx="389940" cy="246221"/>
          </a:xfrm>
        </p:grpSpPr>
        <p:sp>
          <p:nvSpPr>
            <p:cNvPr id="183" name="Elipse 182">
              <a:extLst>
                <a:ext uri="{FF2B5EF4-FFF2-40B4-BE49-F238E27FC236}">
                  <a16:creationId xmlns:a16="http://schemas.microsoft.com/office/drawing/2014/main" id="{C7180709-3E56-E194-125B-6E307C726D10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1A9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84" name="CaixaDeTexto 183">
              <a:extLst>
                <a:ext uri="{FF2B5EF4-FFF2-40B4-BE49-F238E27FC236}">
                  <a16:creationId xmlns:a16="http://schemas.microsoft.com/office/drawing/2014/main" id="{617DCA50-8256-20F9-9091-74621B21F9EE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9</a:t>
              </a:r>
              <a:endParaRPr lang="pt-BR" sz="5400" dirty="0"/>
            </a:p>
          </p:txBody>
        </p:sp>
      </p:grpSp>
      <p:pic>
        <p:nvPicPr>
          <p:cNvPr id="2" name="Imagem 202">
            <a:extLst>
              <a:ext uri="{FF2B5EF4-FFF2-40B4-BE49-F238E27FC236}">
                <a16:creationId xmlns:a16="http://schemas.microsoft.com/office/drawing/2014/main" id="{525BB11D-B4C7-48BC-795C-2D34D09BB3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1135"/>
          <a:stretch/>
        </p:blipFill>
        <p:spPr>
          <a:xfrm>
            <a:off x="5464018" y="5238800"/>
            <a:ext cx="181562" cy="173723"/>
          </a:xfrm>
          <a:prstGeom prst="rect">
            <a:avLst/>
          </a:prstGeom>
        </p:spPr>
      </p:pic>
      <p:pic>
        <p:nvPicPr>
          <p:cNvPr id="3" name="Imagem 202">
            <a:extLst>
              <a:ext uri="{FF2B5EF4-FFF2-40B4-BE49-F238E27FC236}">
                <a16:creationId xmlns:a16="http://schemas.microsoft.com/office/drawing/2014/main" id="{4F7176CA-A876-B814-BF02-FAC5540599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1135"/>
          <a:stretch/>
        </p:blipFill>
        <p:spPr>
          <a:xfrm>
            <a:off x="5073493" y="5238800"/>
            <a:ext cx="181562" cy="17372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1CE06AC-E851-D04B-E8DE-F861125603AF}"/>
              </a:ext>
            </a:extLst>
          </p:cNvPr>
          <p:cNvSpPr txBox="1"/>
          <p:nvPr/>
        </p:nvSpPr>
        <p:spPr>
          <a:xfrm>
            <a:off x="0" y="6560456"/>
            <a:ext cx="12191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Aptos Narrow" panose="020B0004020202020204" pitchFamily="34" charset="0"/>
              </a:rPr>
              <a:t>Created</a:t>
            </a:r>
            <a:r>
              <a:rPr lang="pt-BR" sz="1400" dirty="0">
                <a:latin typeface="Aptos Narrow" panose="020B0004020202020204" pitchFamily="34" charset="0"/>
              </a:rPr>
              <a:t> </a:t>
            </a:r>
            <a:r>
              <a:rPr lang="pt-BR" sz="1400" dirty="0" err="1">
                <a:latin typeface="Aptos Narrow" panose="020B0004020202020204" pitchFamily="34" charset="0"/>
              </a:rPr>
              <a:t>by</a:t>
            </a:r>
            <a:r>
              <a:rPr lang="pt-BR" sz="1400" dirty="0">
                <a:latin typeface="Aptos Narrow" panose="020B0004020202020204" pitchFamily="34" charset="0"/>
              </a:rPr>
              <a:t> Sampa-4-u</a:t>
            </a:r>
          </a:p>
        </p:txBody>
      </p:sp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4AC1450B-8758-192B-202A-8075C10B1B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54" y="6577291"/>
            <a:ext cx="274105" cy="274105"/>
          </a:xfrm>
          <a:prstGeom prst="rect">
            <a:avLst/>
          </a:prstGeom>
        </p:spPr>
      </p:pic>
      <p:pic>
        <p:nvPicPr>
          <p:cNvPr id="6" name="Imagem 202">
            <a:extLst>
              <a:ext uri="{FF2B5EF4-FFF2-40B4-BE49-F238E27FC236}">
                <a16:creationId xmlns:a16="http://schemas.microsoft.com/office/drawing/2014/main" id="{C1DE595A-5808-770B-FC6A-D99D8D2FAB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1135"/>
          <a:stretch/>
        </p:blipFill>
        <p:spPr>
          <a:xfrm>
            <a:off x="7775168" y="5238963"/>
            <a:ext cx="181562" cy="173723"/>
          </a:xfrm>
          <a:prstGeom prst="rect">
            <a:avLst/>
          </a:prstGeom>
        </p:spPr>
      </p:pic>
      <p:pic>
        <p:nvPicPr>
          <p:cNvPr id="7" name="Imagem 202">
            <a:extLst>
              <a:ext uri="{FF2B5EF4-FFF2-40B4-BE49-F238E27FC236}">
                <a16:creationId xmlns:a16="http://schemas.microsoft.com/office/drawing/2014/main" id="{0A1D3530-F2E6-103C-A724-DC5FFADE53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1135"/>
          <a:stretch/>
        </p:blipFill>
        <p:spPr>
          <a:xfrm>
            <a:off x="8931613" y="5238963"/>
            <a:ext cx="181562" cy="173723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5729EBD1-902E-B9FC-00C3-379CEF2E5857}"/>
              </a:ext>
            </a:extLst>
          </p:cNvPr>
          <p:cNvSpPr/>
          <p:nvPr/>
        </p:nvSpPr>
        <p:spPr>
          <a:xfrm>
            <a:off x="10652328" y="6652270"/>
            <a:ext cx="189814" cy="17756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947751C-5F31-B581-D7AE-834AF8B3C006}"/>
              </a:ext>
            </a:extLst>
          </p:cNvPr>
          <p:cNvSpPr txBox="1"/>
          <p:nvPr/>
        </p:nvSpPr>
        <p:spPr>
          <a:xfrm>
            <a:off x="10842142" y="6553310"/>
            <a:ext cx="1502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Acesso livre</a:t>
            </a:r>
          </a:p>
        </p:txBody>
      </p:sp>
    </p:spTree>
    <p:extLst>
      <p:ext uri="{BB962C8B-B14F-4D97-AF65-F5344CB8AC3E}">
        <p14:creationId xmlns:p14="http://schemas.microsoft.com/office/powerpoint/2010/main" val="1236020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A8631ABA-8247-FBB3-CF01-A1CFBA5901E8}"/>
              </a:ext>
            </a:extLst>
          </p:cNvPr>
          <p:cNvGrpSpPr/>
          <p:nvPr/>
        </p:nvGrpSpPr>
        <p:grpSpPr>
          <a:xfrm>
            <a:off x="4058361" y="5198808"/>
            <a:ext cx="389940" cy="246221"/>
            <a:chOff x="1965117" y="5189845"/>
            <a:chExt cx="389940" cy="246221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F4A0C2C0-3D41-4680-082B-6B62214FE4C8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FF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8FE4A77F-8B71-483E-B3F8-427A07618018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4</a:t>
              </a:r>
              <a:endParaRPr lang="pt-BR" sz="5400" dirty="0"/>
            </a:p>
          </p:txBody>
        </p:sp>
      </p:grpSp>
      <p:sp>
        <p:nvSpPr>
          <p:cNvPr id="16" name="Retângulo 15">
            <a:extLst>
              <a:ext uri="{FF2B5EF4-FFF2-40B4-BE49-F238E27FC236}">
                <a16:creationId xmlns:a16="http://schemas.microsoft.com/office/drawing/2014/main" id="{D28347F3-67D9-9821-434D-45F7D02003E4}"/>
              </a:ext>
            </a:extLst>
          </p:cNvPr>
          <p:cNvSpPr/>
          <p:nvPr/>
        </p:nvSpPr>
        <p:spPr>
          <a:xfrm>
            <a:off x="0" y="4926106"/>
            <a:ext cx="12192000" cy="259976"/>
          </a:xfrm>
          <a:prstGeom prst="rect">
            <a:avLst/>
          </a:prstGeom>
          <a:solidFill>
            <a:srgbClr val="01A9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D6B9C8A7-0D50-FB0E-39E5-3E485748F09C}"/>
              </a:ext>
            </a:extLst>
          </p:cNvPr>
          <p:cNvGrpSpPr/>
          <p:nvPr/>
        </p:nvGrpSpPr>
        <p:grpSpPr>
          <a:xfrm>
            <a:off x="2188865" y="2549839"/>
            <a:ext cx="805134" cy="2595038"/>
            <a:chOff x="1804833" y="3092204"/>
            <a:chExt cx="805134" cy="2595038"/>
          </a:xfrm>
        </p:grpSpPr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FD9DDB51-BEE1-E1B0-A066-7640ABFF529A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5F6E4909-B4AC-4245-2810-628839E8EE79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Osasco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12B9008C-3E53-010B-BB7C-58600F6242C7}"/>
              </a:ext>
            </a:extLst>
          </p:cNvPr>
          <p:cNvGrpSpPr/>
          <p:nvPr/>
        </p:nvGrpSpPr>
        <p:grpSpPr>
          <a:xfrm>
            <a:off x="2572285" y="2549839"/>
            <a:ext cx="805134" cy="2595038"/>
            <a:chOff x="1804833" y="3092204"/>
            <a:chExt cx="805134" cy="2595038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718F3883-2EDF-9F6C-255C-48694D5F42D2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053A82B6-8390-94E9-65FE-803455C538CC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Presidente Altino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82BB4A27-C2B4-BF6A-CB79-5F06B61B5D70}"/>
              </a:ext>
            </a:extLst>
          </p:cNvPr>
          <p:cNvGrpSpPr/>
          <p:nvPr/>
        </p:nvGrpSpPr>
        <p:grpSpPr>
          <a:xfrm>
            <a:off x="2958086" y="2549838"/>
            <a:ext cx="805134" cy="2595039"/>
            <a:chOff x="1804833" y="3092203"/>
            <a:chExt cx="805134" cy="2595039"/>
          </a:xfrm>
        </p:grpSpPr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F1D7FDF6-96C9-29DE-478D-554C7857AAF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39DD2F98-F810-52CA-3416-B532726AD492}"/>
                </a:ext>
              </a:extLst>
            </p:cNvPr>
            <p:cNvSpPr txBox="1"/>
            <p:nvPr/>
          </p:nvSpPr>
          <p:spPr>
            <a:xfrm rot="18000000">
              <a:off x="1210863" y="4121975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Ceasa</a:t>
              </a:r>
              <a:endParaRPr lang="pt-BR" sz="1000" dirty="0"/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895AEE62-6C38-7CDF-6266-8C97DBC414C0}"/>
              </a:ext>
            </a:extLst>
          </p:cNvPr>
          <p:cNvGrpSpPr/>
          <p:nvPr/>
        </p:nvGrpSpPr>
        <p:grpSpPr>
          <a:xfrm>
            <a:off x="3343887" y="2549839"/>
            <a:ext cx="805134" cy="2595038"/>
            <a:chOff x="1804833" y="3092204"/>
            <a:chExt cx="805134" cy="2595038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E1C06697-37FD-B58E-B5D4-1531C1058DEB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877EC253-132C-98D5-1BE1-7D6F860D8DC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Vila Lobos - Jaguaré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5990B38D-47C9-FBF6-3044-F151B3B53B94}"/>
              </a:ext>
            </a:extLst>
          </p:cNvPr>
          <p:cNvGrpSpPr/>
          <p:nvPr/>
        </p:nvGrpSpPr>
        <p:grpSpPr>
          <a:xfrm>
            <a:off x="3729688" y="2549839"/>
            <a:ext cx="805134" cy="2595038"/>
            <a:chOff x="1804833" y="3092204"/>
            <a:chExt cx="805134" cy="2595038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1D563C36-3156-EE3B-9EE3-AA37AF4E3144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47081E00-FC82-FC87-BC92-BAA10D682F6A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Cidade Universitária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A9AC40BC-9FC4-CB53-9C52-17B0E5B9C99A}"/>
              </a:ext>
            </a:extLst>
          </p:cNvPr>
          <p:cNvGrpSpPr/>
          <p:nvPr/>
        </p:nvGrpSpPr>
        <p:grpSpPr>
          <a:xfrm>
            <a:off x="4115489" y="2549839"/>
            <a:ext cx="805134" cy="2595038"/>
            <a:chOff x="1804833" y="3092204"/>
            <a:chExt cx="805134" cy="2595038"/>
          </a:xfrm>
        </p:grpSpPr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8AA3F83A-011B-9A7D-A676-E23C72580057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7ED82FF1-E60B-4311-59E0-EE6B98F99217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Pinheiros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CCE3C662-6F2F-4B31-2A3B-C31F0980D143}"/>
              </a:ext>
            </a:extLst>
          </p:cNvPr>
          <p:cNvGrpSpPr/>
          <p:nvPr/>
        </p:nvGrpSpPr>
        <p:grpSpPr>
          <a:xfrm>
            <a:off x="4498909" y="2549839"/>
            <a:ext cx="805134" cy="2595038"/>
            <a:chOff x="1804833" y="3092204"/>
            <a:chExt cx="805134" cy="2595038"/>
          </a:xfrm>
        </p:grpSpPr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E5AF35F3-947F-B151-B792-4CB2F1691CE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711EEB78-B273-2872-1DD4-124FE0C95D97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Hebraica - Rebouças</a:t>
              </a:r>
            </a:p>
          </p:txBody>
        </p: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25AB0B53-759E-8920-AA5E-310E7C8D0934}"/>
              </a:ext>
            </a:extLst>
          </p:cNvPr>
          <p:cNvGrpSpPr/>
          <p:nvPr/>
        </p:nvGrpSpPr>
        <p:grpSpPr>
          <a:xfrm>
            <a:off x="4882329" y="2549839"/>
            <a:ext cx="805134" cy="2595038"/>
            <a:chOff x="1804833" y="3092204"/>
            <a:chExt cx="805134" cy="2595038"/>
          </a:xfrm>
        </p:grpSpPr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D23606EA-852F-FEF6-C1E0-6E49FE867F1E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ED97037D-CDE1-F80E-849B-B773F1ECD137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Cidade Jardim</a:t>
              </a:r>
            </a:p>
          </p:txBody>
        </p:sp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A5A8CF7D-92D1-8695-56C6-34A6EAD040B3}"/>
              </a:ext>
            </a:extLst>
          </p:cNvPr>
          <p:cNvGrpSpPr/>
          <p:nvPr/>
        </p:nvGrpSpPr>
        <p:grpSpPr>
          <a:xfrm>
            <a:off x="5265749" y="2549839"/>
            <a:ext cx="805134" cy="2595038"/>
            <a:chOff x="1804833" y="3092204"/>
            <a:chExt cx="805134" cy="2595038"/>
          </a:xfrm>
        </p:grpSpPr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55D44A00-E2CC-2E38-C8CC-5E5D5391268C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33ABB0B6-5EEA-F297-D71D-FAA5F9ABA57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Vila Olímpia</a:t>
              </a:r>
            </a:p>
          </p:txBody>
        </p:sp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17DF6BAD-DF62-DAC1-EDBD-54C6A928865F}"/>
              </a:ext>
            </a:extLst>
          </p:cNvPr>
          <p:cNvGrpSpPr/>
          <p:nvPr/>
        </p:nvGrpSpPr>
        <p:grpSpPr>
          <a:xfrm>
            <a:off x="5649938" y="2549840"/>
            <a:ext cx="874383" cy="2595037"/>
            <a:chOff x="1804833" y="3092205"/>
            <a:chExt cx="874383" cy="2595037"/>
          </a:xfrm>
        </p:grpSpPr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8E5E3140-CCFB-B541-27F9-079E1BF66584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id="{872541CB-75C2-DFF0-B30E-69A2764EEA4D}"/>
                </a:ext>
              </a:extLst>
            </p:cNvPr>
            <p:cNvSpPr txBox="1"/>
            <p:nvPr/>
          </p:nvSpPr>
          <p:spPr>
            <a:xfrm rot="18000000">
              <a:off x="1210863" y="4052727"/>
              <a:ext cx="2428875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Berrini</a:t>
              </a:r>
            </a:p>
            <a:p>
              <a:r>
                <a:rPr lang="pt-BR" sz="900" dirty="0"/>
                <a:t>Casas Bahia</a:t>
              </a:r>
            </a:p>
          </p:txBody>
        </p:sp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BE1BB0D4-702A-64F5-1FEB-1C5332AAFD84}"/>
              </a:ext>
            </a:extLst>
          </p:cNvPr>
          <p:cNvGrpSpPr/>
          <p:nvPr/>
        </p:nvGrpSpPr>
        <p:grpSpPr>
          <a:xfrm>
            <a:off x="6035739" y="2549839"/>
            <a:ext cx="874383" cy="2595038"/>
            <a:chOff x="1804833" y="3092204"/>
            <a:chExt cx="874383" cy="2595038"/>
          </a:xfrm>
        </p:grpSpPr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4C243741-CAD3-AF18-B2CD-9F61689DA84F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C77D33AB-E36D-C8D6-53F1-023274FB1C86}"/>
                </a:ext>
              </a:extLst>
            </p:cNvPr>
            <p:cNvSpPr txBox="1"/>
            <p:nvPr/>
          </p:nvSpPr>
          <p:spPr>
            <a:xfrm rot="18000000">
              <a:off x="1210863" y="4052726"/>
              <a:ext cx="2428875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Morumbi</a:t>
              </a:r>
            </a:p>
            <a:p>
              <a:r>
                <a:rPr lang="pt-BR" sz="900" dirty="0"/>
                <a:t>Claro</a:t>
              </a:r>
            </a:p>
          </p:txBody>
        </p: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CFCDD03C-58EE-9822-5A75-DAFF4A0E8501}"/>
              </a:ext>
            </a:extLst>
          </p:cNvPr>
          <p:cNvGrpSpPr/>
          <p:nvPr/>
        </p:nvGrpSpPr>
        <p:grpSpPr>
          <a:xfrm>
            <a:off x="6421540" y="2549839"/>
            <a:ext cx="805134" cy="2595038"/>
            <a:chOff x="1804833" y="3092204"/>
            <a:chExt cx="805134" cy="2595038"/>
          </a:xfrm>
        </p:grpSpPr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8E841B05-9C38-B157-EE77-8AB67A59BD6B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CaixaDeTexto 51">
              <a:extLst>
                <a:ext uri="{FF2B5EF4-FFF2-40B4-BE49-F238E27FC236}">
                  <a16:creationId xmlns:a16="http://schemas.microsoft.com/office/drawing/2014/main" id="{04D06A45-B9E3-15B5-7399-85C6E96C8393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Granja Julieta</a:t>
              </a:r>
            </a:p>
          </p:txBody>
        </p: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34D5C741-B20A-363E-A644-D3BF16C32A2D}"/>
              </a:ext>
            </a:extLst>
          </p:cNvPr>
          <p:cNvGrpSpPr/>
          <p:nvPr/>
        </p:nvGrpSpPr>
        <p:grpSpPr>
          <a:xfrm>
            <a:off x="6807922" y="2549839"/>
            <a:ext cx="805134" cy="2595038"/>
            <a:chOff x="1804833" y="3092204"/>
            <a:chExt cx="805134" cy="2595038"/>
          </a:xfrm>
        </p:grpSpPr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EC96A916-7481-12BF-5727-F167CD04EB15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5" name="CaixaDeTexto 54">
              <a:extLst>
                <a:ext uri="{FF2B5EF4-FFF2-40B4-BE49-F238E27FC236}">
                  <a16:creationId xmlns:a16="http://schemas.microsoft.com/office/drawing/2014/main" id="{6695351F-C447-C75C-71AF-EA7E5BADC95C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João Dias</a:t>
              </a:r>
            </a:p>
          </p:txBody>
        </p:sp>
      </p:grp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CA54339C-DA9C-933C-1D6D-E01A2B5E38FA}"/>
              </a:ext>
            </a:extLst>
          </p:cNvPr>
          <p:cNvGrpSpPr/>
          <p:nvPr/>
        </p:nvGrpSpPr>
        <p:grpSpPr>
          <a:xfrm>
            <a:off x="7193723" y="2549839"/>
            <a:ext cx="805134" cy="2595038"/>
            <a:chOff x="1804833" y="3092204"/>
            <a:chExt cx="805134" cy="2595038"/>
          </a:xfrm>
        </p:grpSpPr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33CBEC05-86D7-0202-0F28-CB6B65E4400A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CaixaDeTexto 57">
              <a:extLst>
                <a:ext uri="{FF2B5EF4-FFF2-40B4-BE49-F238E27FC236}">
                  <a16:creationId xmlns:a16="http://schemas.microsoft.com/office/drawing/2014/main" id="{09784336-8A84-B8CB-D836-EEDE7ACA5F34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Santo Amaro</a:t>
              </a:r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8C10250F-89A3-2CBE-6F2E-6A67E139BA2B}"/>
              </a:ext>
            </a:extLst>
          </p:cNvPr>
          <p:cNvGrpSpPr/>
          <p:nvPr/>
        </p:nvGrpSpPr>
        <p:grpSpPr>
          <a:xfrm>
            <a:off x="7579522" y="2549839"/>
            <a:ext cx="805134" cy="2595038"/>
            <a:chOff x="1804833" y="3092204"/>
            <a:chExt cx="805134" cy="2595038"/>
          </a:xfrm>
        </p:grpSpPr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43DAAC50-1D5F-EB3D-E010-54B6D6257D15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1" name="CaixaDeTexto 60">
              <a:extLst>
                <a:ext uri="{FF2B5EF4-FFF2-40B4-BE49-F238E27FC236}">
                  <a16:creationId xmlns:a16="http://schemas.microsoft.com/office/drawing/2014/main" id="{77398CD0-07FB-5D6B-2C58-D2A82A89B4F5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Socorro</a:t>
              </a:r>
            </a:p>
          </p:txBody>
        </p:sp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A4A21696-9EAF-CFB1-0195-9494E4225CD3}"/>
              </a:ext>
            </a:extLst>
          </p:cNvPr>
          <p:cNvGrpSpPr/>
          <p:nvPr/>
        </p:nvGrpSpPr>
        <p:grpSpPr>
          <a:xfrm>
            <a:off x="7965128" y="2549839"/>
            <a:ext cx="874383" cy="2595038"/>
            <a:chOff x="1804833" y="3092204"/>
            <a:chExt cx="874383" cy="2595038"/>
          </a:xfrm>
        </p:grpSpPr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A5510424-CC5D-D83F-68E4-CC4F42A142F4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4" name="CaixaDeTexto 63">
              <a:extLst>
                <a:ext uri="{FF2B5EF4-FFF2-40B4-BE49-F238E27FC236}">
                  <a16:creationId xmlns:a16="http://schemas.microsoft.com/office/drawing/2014/main" id="{C98C5475-3090-74A1-28E4-575DC8AF8B3E}"/>
                </a:ext>
              </a:extLst>
            </p:cNvPr>
            <p:cNvSpPr txBox="1"/>
            <p:nvPr/>
          </p:nvSpPr>
          <p:spPr>
            <a:xfrm rot="18000000">
              <a:off x="1210863" y="4052726"/>
              <a:ext cx="2428875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Jurubatuba</a:t>
              </a:r>
            </a:p>
            <a:p>
              <a:r>
                <a:rPr lang="pt-BR" sz="900" dirty="0"/>
                <a:t>Senac</a:t>
              </a: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32B3FB51-271F-BE96-AEC9-5222157BE432}"/>
              </a:ext>
            </a:extLst>
          </p:cNvPr>
          <p:cNvGrpSpPr/>
          <p:nvPr/>
        </p:nvGrpSpPr>
        <p:grpSpPr>
          <a:xfrm>
            <a:off x="8350927" y="2549839"/>
            <a:ext cx="805134" cy="2595038"/>
            <a:chOff x="1804833" y="3092204"/>
            <a:chExt cx="805134" cy="2595038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7E06F520-9FF6-7C0E-615F-22610D30EC4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7" name="CaixaDeTexto 66">
              <a:extLst>
                <a:ext uri="{FF2B5EF4-FFF2-40B4-BE49-F238E27FC236}">
                  <a16:creationId xmlns:a16="http://schemas.microsoft.com/office/drawing/2014/main" id="{8A017A6D-FFAB-C3F3-63C8-384E162523C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Autódromo</a:t>
              </a:r>
            </a:p>
          </p:txBody>
        </p:sp>
      </p:grp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5FFAD5B3-3BD2-0685-DE7A-C99E45B5D94B}"/>
              </a:ext>
            </a:extLst>
          </p:cNvPr>
          <p:cNvGrpSpPr/>
          <p:nvPr/>
        </p:nvGrpSpPr>
        <p:grpSpPr>
          <a:xfrm>
            <a:off x="8736732" y="2549839"/>
            <a:ext cx="805134" cy="2595038"/>
            <a:chOff x="1804833" y="3092204"/>
            <a:chExt cx="805134" cy="2595038"/>
          </a:xfrm>
        </p:grpSpPr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C3B10378-5C66-FF4C-2B56-036A00ECA3AC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0" name="CaixaDeTexto 69">
              <a:extLst>
                <a:ext uri="{FF2B5EF4-FFF2-40B4-BE49-F238E27FC236}">
                  <a16:creationId xmlns:a16="http://schemas.microsoft.com/office/drawing/2014/main" id="{663127A9-8533-41A6-C64B-E889C7440497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Primavera - Interlagos</a:t>
              </a:r>
            </a:p>
          </p:txBody>
        </p:sp>
      </p:grpSp>
      <p:grpSp>
        <p:nvGrpSpPr>
          <p:cNvPr id="71" name="Agrupar 70">
            <a:extLst>
              <a:ext uri="{FF2B5EF4-FFF2-40B4-BE49-F238E27FC236}">
                <a16:creationId xmlns:a16="http://schemas.microsoft.com/office/drawing/2014/main" id="{33A4FC53-C4D3-3EAD-65C5-016C27682406}"/>
              </a:ext>
            </a:extLst>
          </p:cNvPr>
          <p:cNvGrpSpPr/>
          <p:nvPr/>
        </p:nvGrpSpPr>
        <p:grpSpPr>
          <a:xfrm>
            <a:off x="9122742" y="2549839"/>
            <a:ext cx="805134" cy="2595038"/>
            <a:chOff x="1804833" y="3092204"/>
            <a:chExt cx="805134" cy="2595038"/>
          </a:xfrm>
        </p:grpSpPr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5E93E5C5-503A-4CA6-EA70-FA7FBF230203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3" name="CaixaDeTexto 72">
              <a:extLst>
                <a:ext uri="{FF2B5EF4-FFF2-40B4-BE49-F238E27FC236}">
                  <a16:creationId xmlns:a16="http://schemas.microsoft.com/office/drawing/2014/main" id="{9F293AB0-C2A2-E55C-91BA-FC95F29A5CD8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Grajaú</a:t>
              </a:r>
            </a:p>
          </p:txBody>
        </p:sp>
      </p:grp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23B8FC2D-2678-FFA3-3D2C-DAD5F7725074}"/>
              </a:ext>
            </a:extLst>
          </p:cNvPr>
          <p:cNvGrpSpPr/>
          <p:nvPr/>
        </p:nvGrpSpPr>
        <p:grpSpPr>
          <a:xfrm>
            <a:off x="9508543" y="975220"/>
            <a:ext cx="1227051" cy="4169657"/>
            <a:chOff x="1804833" y="1517585"/>
            <a:chExt cx="1227051" cy="4169657"/>
          </a:xfrm>
        </p:grpSpPr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8E20D04B-533D-4A7F-5C03-CDB8FDDE967A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6" name="CaixaDeTexto 75">
              <a:extLst>
                <a:ext uri="{FF2B5EF4-FFF2-40B4-BE49-F238E27FC236}">
                  <a16:creationId xmlns:a16="http://schemas.microsoft.com/office/drawing/2014/main" id="{AA3AAAA7-E08A-530C-5286-F1F264D0C33F}"/>
                </a:ext>
              </a:extLst>
            </p:cNvPr>
            <p:cNvSpPr txBox="1"/>
            <p:nvPr/>
          </p:nvSpPr>
          <p:spPr>
            <a:xfrm rot="18000000">
              <a:off x="788945" y="3391192"/>
              <a:ext cx="41165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Bruno Covas / Mendes - Vila Natal</a:t>
              </a:r>
            </a:p>
          </p:txBody>
        </p:sp>
      </p:grp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F1495F12-2669-A9C4-17DD-2C1BA3356867}"/>
              </a:ext>
            </a:extLst>
          </p:cNvPr>
          <p:cNvGrpSpPr/>
          <p:nvPr/>
        </p:nvGrpSpPr>
        <p:grpSpPr>
          <a:xfrm>
            <a:off x="9894341" y="2549839"/>
            <a:ext cx="805134" cy="2595038"/>
            <a:chOff x="1804833" y="3092204"/>
            <a:chExt cx="805134" cy="2595038"/>
          </a:xfrm>
        </p:grpSpPr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10C8D160-140A-5A83-816F-8436F7B44F01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CaixaDeTexto 78">
              <a:extLst>
                <a:ext uri="{FF2B5EF4-FFF2-40B4-BE49-F238E27FC236}">
                  <a16:creationId xmlns:a16="http://schemas.microsoft.com/office/drawing/2014/main" id="{09AA00E3-259A-23F5-07D8-BD24D743AC5B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Varginha</a:t>
              </a:r>
            </a:p>
          </p:txBody>
        </p:sp>
      </p:grpSp>
      <p:grpSp>
        <p:nvGrpSpPr>
          <p:cNvPr id="98" name="Agrupar 97">
            <a:extLst>
              <a:ext uri="{FF2B5EF4-FFF2-40B4-BE49-F238E27FC236}">
                <a16:creationId xmlns:a16="http://schemas.microsoft.com/office/drawing/2014/main" id="{B0B091E5-F10B-03DE-378B-00AA1E0BE1E0}"/>
              </a:ext>
            </a:extLst>
          </p:cNvPr>
          <p:cNvGrpSpPr/>
          <p:nvPr/>
        </p:nvGrpSpPr>
        <p:grpSpPr>
          <a:xfrm>
            <a:off x="7132084" y="5197569"/>
            <a:ext cx="389940" cy="246221"/>
            <a:chOff x="1965117" y="5189845"/>
            <a:chExt cx="389940" cy="246221"/>
          </a:xfrm>
        </p:grpSpPr>
        <p:sp>
          <p:nvSpPr>
            <p:cNvPr id="99" name="Elipse 98">
              <a:extLst>
                <a:ext uri="{FF2B5EF4-FFF2-40B4-BE49-F238E27FC236}">
                  <a16:creationId xmlns:a16="http://schemas.microsoft.com/office/drawing/2014/main" id="{6A3E619C-878C-CB61-5E0A-B90F544248EF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9B38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00" name="CaixaDeTexto 99">
              <a:extLst>
                <a:ext uri="{FF2B5EF4-FFF2-40B4-BE49-F238E27FC236}">
                  <a16:creationId xmlns:a16="http://schemas.microsoft.com/office/drawing/2014/main" id="{E343FC32-133D-871E-C2F3-78C0508B6B7C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5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7B15F368-EBAB-479B-B86D-A6A6EE1B736F}"/>
              </a:ext>
            </a:extLst>
          </p:cNvPr>
          <p:cNvGrpSpPr/>
          <p:nvPr/>
        </p:nvGrpSpPr>
        <p:grpSpPr>
          <a:xfrm>
            <a:off x="2513453" y="5207394"/>
            <a:ext cx="389940" cy="246221"/>
            <a:chOff x="1965117" y="5189845"/>
            <a:chExt cx="389940" cy="246221"/>
          </a:xfrm>
        </p:grpSpPr>
        <p:sp>
          <p:nvSpPr>
            <p:cNvPr id="105" name="Elipse 104">
              <a:extLst>
                <a:ext uri="{FF2B5EF4-FFF2-40B4-BE49-F238E27FC236}">
                  <a16:creationId xmlns:a16="http://schemas.microsoft.com/office/drawing/2014/main" id="{2EFAA065-2A0F-2DDF-C80D-CCD95EC41C33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06" name="CaixaDeTexto 105">
              <a:extLst>
                <a:ext uri="{FF2B5EF4-FFF2-40B4-BE49-F238E27FC236}">
                  <a16:creationId xmlns:a16="http://schemas.microsoft.com/office/drawing/2014/main" id="{1B9DEBF2-CCD9-B044-4B52-BD1F7AEE1A1C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8</a:t>
              </a:r>
              <a:endParaRPr lang="pt-BR" sz="5400" dirty="0"/>
            </a:p>
          </p:txBody>
        </p:sp>
      </p:grpSp>
      <p:grpSp>
        <p:nvGrpSpPr>
          <p:cNvPr id="107" name="Agrupar 106">
            <a:extLst>
              <a:ext uri="{FF2B5EF4-FFF2-40B4-BE49-F238E27FC236}">
                <a16:creationId xmlns:a16="http://schemas.microsoft.com/office/drawing/2014/main" id="{5E647895-49E3-D9B4-8FCD-DDF242D1A6C4}"/>
              </a:ext>
            </a:extLst>
          </p:cNvPr>
          <p:cNvGrpSpPr/>
          <p:nvPr/>
        </p:nvGrpSpPr>
        <p:grpSpPr>
          <a:xfrm>
            <a:off x="2123099" y="5206454"/>
            <a:ext cx="389940" cy="246221"/>
            <a:chOff x="1965117" y="5189845"/>
            <a:chExt cx="389940" cy="246221"/>
          </a:xfrm>
        </p:grpSpPr>
        <p:sp>
          <p:nvSpPr>
            <p:cNvPr id="108" name="Elipse 107">
              <a:extLst>
                <a:ext uri="{FF2B5EF4-FFF2-40B4-BE49-F238E27FC236}">
                  <a16:creationId xmlns:a16="http://schemas.microsoft.com/office/drawing/2014/main" id="{692BF57B-AFBE-2E63-5358-972A83BFFEB9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09" name="CaixaDeTexto 108">
              <a:extLst>
                <a:ext uri="{FF2B5EF4-FFF2-40B4-BE49-F238E27FC236}">
                  <a16:creationId xmlns:a16="http://schemas.microsoft.com/office/drawing/2014/main" id="{ECB28B06-BABD-A177-19A9-CFC26AF26008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8</a:t>
              </a:r>
              <a:endParaRPr lang="pt-BR" sz="5400" dirty="0"/>
            </a:p>
          </p:txBody>
        </p:sp>
      </p:grp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15F92349-53E0-FE2C-9B61-B91C0FE222FD}"/>
              </a:ext>
            </a:extLst>
          </p:cNvPr>
          <p:cNvSpPr txBox="1"/>
          <p:nvPr/>
        </p:nvSpPr>
        <p:spPr>
          <a:xfrm>
            <a:off x="0" y="6560456"/>
            <a:ext cx="12191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Aptos Narrow" panose="020B0004020202020204" pitchFamily="34" charset="0"/>
              </a:rPr>
              <a:t>Created</a:t>
            </a:r>
            <a:r>
              <a:rPr lang="pt-BR" sz="1400" dirty="0">
                <a:latin typeface="Aptos Narrow" panose="020B0004020202020204" pitchFamily="34" charset="0"/>
              </a:rPr>
              <a:t> </a:t>
            </a:r>
            <a:r>
              <a:rPr lang="pt-BR" sz="1400" dirty="0" err="1">
                <a:latin typeface="Aptos Narrow" panose="020B0004020202020204" pitchFamily="34" charset="0"/>
              </a:rPr>
              <a:t>by</a:t>
            </a:r>
            <a:r>
              <a:rPr lang="pt-BR" sz="1400" dirty="0">
                <a:latin typeface="Aptos Narrow" panose="020B0004020202020204" pitchFamily="34" charset="0"/>
              </a:rPr>
              <a:t> Sampa-4-u</a:t>
            </a:r>
          </a:p>
        </p:txBody>
      </p:sp>
      <p:pic>
        <p:nvPicPr>
          <p:cNvPr id="111" name="Imagem 110" descr="Ícone&#10;&#10;Descrição gerada automaticamente">
            <a:extLst>
              <a:ext uri="{FF2B5EF4-FFF2-40B4-BE49-F238E27FC236}">
                <a16:creationId xmlns:a16="http://schemas.microsoft.com/office/drawing/2014/main" id="{021602BF-92B6-6A28-7079-4F9EC3015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54" y="6577291"/>
            <a:ext cx="274105" cy="27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880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2B7BB41-9258-E990-D53A-AF993B094320}"/>
              </a:ext>
            </a:extLst>
          </p:cNvPr>
          <p:cNvSpPr/>
          <p:nvPr/>
        </p:nvSpPr>
        <p:spPr>
          <a:xfrm>
            <a:off x="0" y="4926106"/>
            <a:ext cx="12192000" cy="259976"/>
          </a:xfrm>
          <a:prstGeom prst="rect">
            <a:avLst/>
          </a:prstGeom>
          <a:solidFill>
            <a:srgbClr val="049F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EFBE90B1-DEC1-9619-E3CE-B2BB7CC79325}"/>
              </a:ext>
            </a:extLst>
          </p:cNvPr>
          <p:cNvGrpSpPr/>
          <p:nvPr/>
        </p:nvGrpSpPr>
        <p:grpSpPr>
          <a:xfrm>
            <a:off x="3719801" y="2549839"/>
            <a:ext cx="805134" cy="2595038"/>
            <a:chOff x="1804833" y="3092204"/>
            <a:chExt cx="805134" cy="2595038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4CABAE91-1E10-91B8-55D6-DD3E600CEF10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98AF1BB2-D801-1543-CD63-80C5F75F12E3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Rio Grande da Serra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70F56D25-7D3F-995A-9483-67F2717660D7}"/>
              </a:ext>
            </a:extLst>
          </p:cNvPr>
          <p:cNvGrpSpPr/>
          <p:nvPr/>
        </p:nvGrpSpPr>
        <p:grpSpPr>
          <a:xfrm>
            <a:off x="4103221" y="2549838"/>
            <a:ext cx="805134" cy="2595039"/>
            <a:chOff x="1804833" y="3092203"/>
            <a:chExt cx="805134" cy="2595039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B6E23A1E-82D1-7D2C-5660-DA9F277E0555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04144B54-7AD6-2ED0-2B46-4E102D9A4EF4}"/>
                </a:ext>
              </a:extLst>
            </p:cNvPr>
            <p:cNvSpPr txBox="1"/>
            <p:nvPr/>
          </p:nvSpPr>
          <p:spPr>
            <a:xfrm rot="18000000">
              <a:off x="1210863" y="4121975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Ribeirão Pires</a:t>
              </a:r>
              <a:endParaRPr lang="pt-BR" sz="2000" dirty="0"/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170BA83-8A5D-DC17-0645-B705887A8EAA}"/>
              </a:ext>
            </a:extLst>
          </p:cNvPr>
          <p:cNvGrpSpPr/>
          <p:nvPr/>
        </p:nvGrpSpPr>
        <p:grpSpPr>
          <a:xfrm>
            <a:off x="4489022" y="2549839"/>
            <a:ext cx="805134" cy="2595038"/>
            <a:chOff x="1804833" y="3092204"/>
            <a:chExt cx="805134" cy="2595038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3FE8B147-69F9-28AE-00A5-C5E63EE2A2B2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4F799B7F-BB13-0950-6773-F6468F19813A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Guapituba</a:t>
              </a:r>
              <a:endParaRPr lang="pt-BR" dirty="0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EFC66EB4-5750-C78C-8F3D-CF6E9E0C5897}"/>
              </a:ext>
            </a:extLst>
          </p:cNvPr>
          <p:cNvGrpSpPr/>
          <p:nvPr/>
        </p:nvGrpSpPr>
        <p:grpSpPr>
          <a:xfrm>
            <a:off x="4874823" y="2549839"/>
            <a:ext cx="805134" cy="2595038"/>
            <a:chOff x="1804833" y="3092204"/>
            <a:chExt cx="805134" cy="2595038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956B0DDC-A5CF-ACF4-3756-FAD7CB3D40C4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047B15C-AAFD-6992-CBCA-2A059A6E682E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Mauá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E541B3B9-15E5-3938-5AD2-3E1E7909C64C}"/>
              </a:ext>
            </a:extLst>
          </p:cNvPr>
          <p:cNvGrpSpPr/>
          <p:nvPr/>
        </p:nvGrpSpPr>
        <p:grpSpPr>
          <a:xfrm>
            <a:off x="5260624" y="2549839"/>
            <a:ext cx="805134" cy="2595038"/>
            <a:chOff x="1804833" y="3092204"/>
            <a:chExt cx="805134" cy="2595038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B79D8E61-8351-7B94-DA71-33632DC17F9B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4D3AE189-5C31-D850-34CC-D63482997861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Capuava</a:t>
              </a:r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274A38F2-B2D7-0D75-D7BF-0F5F63C63B40}"/>
              </a:ext>
            </a:extLst>
          </p:cNvPr>
          <p:cNvGrpSpPr/>
          <p:nvPr/>
        </p:nvGrpSpPr>
        <p:grpSpPr>
          <a:xfrm>
            <a:off x="5646425" y="472498"/>
            <a:ext cx="1431004" cy="4672379"/>
            <a:chOff x="1804833" y="1014863"/>
            <a:chExt cx="1431004" cy="4672379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9E82C27F-A9C7-FAB6-23B6-3B490F4557DB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5441D2D-40B3-A119-0E99-D6E121CC1EB5}"/>
                </a:ext>
              </a:extLst>
            </p:cNvPr>
            <p:cNvSpPr txBox="1"/>
            <p:nvPr/>
          </p:nvSpPr>
          <p:spPr>
            <a:xfrm rot="18000000">
              <a:off x="654241" y="3088628"/>
              <a:ext cx="4655362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Prefeito Celso Daniel </a:t>
              </a:r>
            </a:p>
            <a:p>
              <a:r>
                <a:rPr lang="pt-BR" sz="900" dirty="0"/>
                <a:t>Santo André</a:t>
              </a: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9DAC5061-BF13-6C83-E5A6-C47ECDBA59CB}"/>
              </a:ext>
            </a:extLst>
          </p:cNvPr>
          <p:cNvGrpSpPr/>
          <p:nvPr/>
        </p:nvGrpSpPr>
        <p:grpSpPr>
          <a:xfrm>
            <a:off x="6029845" y="2549839"/>
            <a:ext cx="805134" cy="2595038"/>
            <a:chOff x="1804833" y="3092204"/>
            <a:chExt cx="805134" cy="2595038"/>
          </a:xfrm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2C56BF31-F9E7-69C8-82C5-629680942BF2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8AD83B88-55DC-4E98-72B1-049F20D6A113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Prefeito Saladino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056A9C2F-0166-7E92-B543-20A8AA0318BD}"/>
              </a:ext>
            </a:extLst>
          </p:cNvPr>
          <p:cNvGrpSpPr/>
          <p:nvPr/>
        </p:nvGrpSpPr>
        <p:grpSpPr>
          <a:xfrm>
            <a:off x="6413265" y="2549839"/>
            <a:ext cx="805134" cy="2595038"/>
            <a:chOff x="1804833" y="3092204"/>
            <a:chExt cx="805134" cy="2595038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193B013E-8AFA-5633-79BB-1653264D9C9A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F87FEBD-0CF1-05F0-0247-979E9BCCFE5D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Utinga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2B31ED77-B303-329A-EA3E-7FECC82B6CA9}"/>
              </a:ext>
            </a:extLst>
          </p:cNvPr>
          <p:cNvGrpSpPr/>
          <p:nvPr/>
        </p:nvGrpSpPr>
        <p:grpSpPr>
          <a:xfrm>
            <a:off x="6796685" y="2549839"/>
            <a:ext cx="882078" cy="2595038"/>
            <a:chOff x="1804833" y="3092204"/>
            <a:chExt cx="882078" cy="2595038"/>
          </a:xfrm>
        </p:grpSpPr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2557FBA6-AACF-911A-CF5C-BD4B412C275B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9E6B8B25-A1EF-DFC9-9ED6-BE3120320F26}"/>
                </a:ext>
              </a:extLst>
            </p:cNvPr>
            <p:cNvSpPr txBox="1"/>
            <p:nvPr/>
          </p:nvSpPr>
          <p:spPr>
            <a:xfrm rot="18000000">
              <a:off x="1210863" y="4045032"/>
              <a:ext cx="24288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São Caetano do Sul </a:t>
              </a:r>
            </a:p>
            <a:p>
              <a:r>
                <a:rPr lang="pt-BR" sz="900" dirty="0"/>
                <a:t>Prefeito Walter Braido</a:t>
              </a: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221630FF-3202-378B-3472-1EF8C2AB4560}"/>
              </a:ext>
            </a:extLst>
          </p:cNvPr>
          <p:cNvGrpSpPr/>
          <p:nvPr/>
        </p:nvGrpSpPr>
        <p:grpSpPr>
          <a:xfrm>
            <a:off x="7180874" y="2549839"/>
            <a:ext cx="805134" cy="2595038"/>
            <a:chOff x="1804833" y="3092204"/>
            <a:chExt cx="805134" cy="2595038"/>
          </a:xfrm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C1DF263E-A1DD-6909-0013-54BEF4648BB1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3C8420A2-8D41-77D7-54F6-C5154826800E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Tamanduateí</a:t>
              </a:r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39ACF1FD-1637-62ED-E982-37B315B02CC1}"/>
              </a:ext>
            </a:extLst>
          </p:cNvPr>
          <p:cNvGrpSpPr/>
          <p:nvPr/>
        </p:nvGrpSpPr>
        <p:grpSpPr>
          <a:xfrm>
            <a:off x="7566675" y="2549839"/>
            <a:ext cx="805134" cy="2595038"/>
            <a:chOff x="1804833" y="3092204"/>
            <a:chExt cx="805134" cy="2595038"/>
          </a:xfrm>
        </p:grpSpPr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01779266-9059-6940-70C0-FA38741630AB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C8AC951A-D198-762E-5AB2-BFFDD7C9F397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Ipiranga</a:t>
              </a:r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11FF88BB-10E7-93A2-5739-FFF3E24F7B30}"/>
              </a:ext>
            </a:extLst>
          </p:cNvPr>
          <p:cNvGrpSpPr/>
          <p:nvPr/>
        </p:nvGrpSpPr>
        <p:grpSpPr>
          <a:xfrm>
            <a:off x="7952476" y="1785256"/>
            <a:ext cx="1010003" cy="3359621"/>
            <a:chOff x="1804833" y="2327621"/>
            <a:chExt cx="1010003" cy="3359621"/>
          </a:xfrm>
        </p:grpSpPr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BB6C5D74-5046-9CC3-7C1C-7DFF435CFFE6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C0C3E0B3-03AB-ABD3-9212-95CF26FC09B2}"/>
                </a:ext>
              </a:extLst>
            </p:cNvPr>
            <p:cNvSpPr txBox="1"/>
            <p:nvPr/>
          </p:nvSpPr>
          <p:spPr>
            <a:xfrm rot="18000000">
              <a:off x="1005994" y="3767131"/>
              <a:ext cx="32483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Juventus - Mooca</a:t>
              </a:r>
            </a:p>
          </p:txBody>
        </p: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802149C4-88EB-F85A-D607-D0C4C6D5B606}"/>
              </a:ext>
            </a:extLst>
          </p:cNvPr>
          <p:cNvGrpSpPr/>
          <p:nvPr/>
        </p:nvGrpSpPr>
        <p:grpSpPr>
          <a:xfrm>
            <a:off x="8338858" y="2549839"/>
            <a:ext cx="805134" cy="2595038"/>
            <a:chOff x="1804833" y="3092204"/>
            <a:chExt cx="805134" cy="2595038"/>
          </a:xfrm>
        </p:grpSpPr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D6247516-BD6E-66F8-3E03-002B8C0F32E1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5C4A7DA8-D227-54F8-1744-058D48D4A446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Brás</a:t>
              </a:r>
            </a:p>
          </p:txBody>
        </p:sp>
      </p:grp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523CCBCB-5F8F-33CC-0DC9-EF6DAB53A2F1}"/>
              </a:ext>
            </a:extLst>
          </p:cNvPr>
          <p:cNvGrpSpPr/>
          <p:nvPr/>
        </p:nvGrpSpPr>
        <p:grpSpPr>
          <a:xfrm>
            <a:off x="7120413" y="5197194"/>
            <a:ext cx="389940" cy="246221"/>
            <a:chOff x="1965117" y="5189845"/>
            <a:chExt cx="389940" cy="246221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53FFD0E9-68CD-0CE5-E498-B47D7BA80BFE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07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63" name="CaixaDeTexto 62">
              <a:extLst>
                <a:ext uri="{FF2B5EF4-FFF2-40B4-BE49-F238E27FC236}">
                  <a16:creationId xmlns:a16="http://schemas.microsoft.com/office/drawing/2014/main" id="{25071FA4-19B6-3727-C562-48C1A7E55267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2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37A031EC-5AC7-A1FD-E21E-D73C49BDE3AE}"/>
              </a:ext>
            </a:extLst>
          </p:cNvPr>
          <p:cNvGrpSpPr/>
          <p:nvPr/>
        </p:nvGrpSpPr>
        <p:grpSpPr>
          <a:xfrm>
            <a:off x="8275609" y="5198808"/>
            <a:ext cx="389940" cy="246221"/>
            <a:chOff x="1965117" y="5189845"/>
            <a:chExt cx="389940" cy="246221"/>
          </a:xfrm>
        </p:grpSpPr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F73166CD-FC39-CE90-BDBA-2CE9421FD0D8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EE37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67" name="CaixaDeTexto 66">
              <a:extLst>
                <a:ext uri="{FF2B5EF4-FFF2-40B4-BE49-F238E27FC236}">
                  <a16:creationId xmlns:a16="http://schemas.microsoft.com/office/drawing/2014/main" id="{AA0DC51D-B878-D52A-C373-95F051420ED2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3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2DD60A42-37F5-9D03-3158-EA977D231FA8}"/>
              </a:ext>
            </a:extLst>
          </p:cNvPr>
          <p:cNvGrpSpPr/>
          <p:nvPr/>
        </p:nvGrpSpPr>
        <p:grpSpPr>
          <a:xfrm>
            <a:off x="8275609" y="5794692"/>
            <a:ext cx="389940" cy="246221"/>
            <a:chOff x="1965117" y="5189845"/>
            <a:chExt cx="389940" cy="246221"/>
          </a:xfrm>
        </p:grpSpPr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842B4928-2990-C960-26E3-540106CEAE58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0B3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70" name="CaixaDeTexto 69">
              <a:extLst>
                <a:ext uri="{FF2B5EF4-FFF2-40B4-BE49-F238E27FC236}">
                  <a16:creationId xmlns:a16="http://schemas.microsoft.com/office/drawing/2014/main" id="{FF7A9299-21EE-4C41-3AF7-B0760351C537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13</a:t>
              </a:r>
              <a:endParaRPr lang="pt-BR" sz="5400" dirty="0"/>
            </a:p>
          </p:txBody>
        </p:sp>
      </p:grpSp>
      <p:grpSp>
        <p:nvGrpSpPr>
          <p:cNvPr id="71" name="Agrupar 70">
            <a:extLst>
              <a:ext uri="{FF2B5EF4-FFF2-40B4-BE49-F238E27FC236}">
                <a16:creationId xmlns:a16="http://schemas.microsoft.com/office/drawing/2014/main" id="{4748924E-6A58-67B4-E179-0275744DDEBD}"/>
              </a:ext>
            </a:extLst>
          </p:cNvPr>
          <p:cNvGrpSpPr/>
          <p:nvPr/>
        </p:nvGrpSpPr>
        <p:grpSpPr>
          <a:xfrm>
            <a:off x="8275609" y="5598148"/>
            <a:ext cx="389940" cy="246221"/>
            <a:chOff x="1965117" y="5189845"/>
            <a:chExt cx="389940" cy="246221"/>
          </a:xfrm>
        </p:grpSpPr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C3ADF877-1258-97CE-AFF0-108597586CB1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133C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73" name="CaixaDeTexto 72">
              <a:extLst>
                <a:ext uri="{FF2B5EF4-FFF2-40B4-BE49-F238E27FC236}">
                  <a16:creationId xmlns:a16="http://schemas.microsoft.com/office/drawing/2014/main" id="{5440E462-C7C4-DFD2-2AB8-7560CAA5A0AB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>
                  <a:solidFill>
                    <a:schemeClr val="bg1"/>
                  </a:solidFill>
                </a:rPr>
                <a:t>12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7C76C6ED-7656-88D0-7331-D219241EABDE}"/>
              </a:ext>
            </a:extLst>
          </p:cNvPr>
          <p:cNvGrpSpPr/>
          <p:nvPr/>
        </p:nvGrpSpPr>
        <p:grpSpPr>
          <a:xfrm>
            <a:off x="8275609" y="5398389"/>
            <a:ext cx="389940" cy="246221"/>
            <a:chOff x="1965117" y="5189845"/>
            <a:chExt cx="389940" cy="246221"/>
          </a:xfrm>
        </p:grpSpPr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5848AAB7-3A62-D059-A4C4-7B1BF64AB6C1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683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76" name="CaixaDeTexto 75">
              <a:extLst>
                <a:ext uri="{FF2B5EF4-FFF2-40B4-BE49-F238E27FC236}">
                  <a16:creationId xmlns:a16="http://schemas.microsoft.com/office/drawing/2014/main" id="{BBE35495-8D9B-22AF-9D83-51A9DA087544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11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77" name="Imagem 202">
            <a:extLst>
              <a:ext uri="{FF2B5EF4-FFF2-40B4-BE49-F238E27FC236}">
                <a16:creationId xmlns:a16="http://schemas.microsoft.com/office/drawing/2014/main" id="{F35A3E44-3C5C-0F87-B860-137F24CD41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1135"/>
          <a:stretch/>
        </p:blipFill>
        <p:spPr>
          <a:xfrm>
            <a:off x="5654518" y="5238800"/>
            <a:ext cx="181562" cy="173723"/>
          </a:xfrm>
          <a:prstGeom prst="rect">
            <a:avLst/>
          </a:prstGeom>
        </p:spPr>
      </p:pic>
      <p:pic>
        <p:nvPicPr>
          <p:cNvPr id="78" name="Imagem 202">
            <a:extLst>
              <a:ext uri="{FF2B5EF4-FFF2-40B4-BE49-F238E27FC236}">
                <a16:creationId xmlns:a16="http://schemas.microsoft.com/office/drawing/2014/main" id="{4061495F-C925-E255-D08B-F292641F3E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1135"/>
          <a:stretch/>
        </p:blipFill>
        <p:spPr>
          <a:xfrm>
            <a:off x="6035518" y="5238800"/>
            <a:ext cx="181562" cy="173723"/>
          </a:xfrm>
          <a:prstGeom prst="rect">
            <a:avLst/>
          </a:prstGeom>
        </p:spPr>
      </p:pic>
      <p:sp>
        <p:nvSpPr>
          <p:cNvPr id="79" name="CaixaDeTexto 78">
            <a:extLst>
              <a:ext uri="{FF2B5EF4-FFF2-40B4-BE49-F238E27FC236}">
                <a16:creationId xmlns:a16="http://schemas.microsoft.com/office/drawing/2014/main" id="{244B4582-E509-B46D-0E65-66582E784DDE}"/>
              </a:ext>
            </a:extLst>
          </p:cNvPr>
          <p:cNvSpPr txBox="1"/>
          <p:nvPr/>
        </p:nvSpPr>
        <p:spPr>
          <a:xfrm>
            <a:off x="0" y="6560456"/>
            <a:ext cx="12191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Aptos Narrow" panose="020B0004020202020204" pitchFamily="34" charset="0"/>
              </a:rPr>
              <a:t>Created</a:t>
            </a:r>
            <a:r>
              <a:rPr lang="pt-BR" sz="1400" dirty="0">
                <a:latin typeface="Aptos Narrow" panose="020B0004020202020204" pitchFamily="34" charset="0"/>
              </a:rPr>
              <a:t> </a:t>
            </a:r>
            <a:r>
              <a:rPr lang="pt-BR" sz="1400" dirty="0" err="1">
                <a:latin typeface="Aptos Narrow" panose="020B0004020202020204" pitchFamily="34" charset="0"/>
              </a:rPr>
              <a:t>by</a:t>
            </a:r>
            <a:r>
              <a:rPr lang="pt-BR" sz="1400" dirty="0">
                <a:latin typeface="Aptos Narrow" panose="020B0004020202020204" pitchFamily="34" charset="0"/>
              </a:rPr>
              <a:t> Sampa-4-u</a:t>
            </a:r>
          </a:p>
        </p:txBody>
      </p:sp>
      <p:pic>
        <p:nvPicPr>
          <p:cNvPr id="80" name="Imagem 79" descr="Ícone&#10;&#10;Descrição gerada automaticamente">
            <a:extLst>
              <a:ext uri="{FF2B5EF4-FFF2-40B4-BE49-F238E27FC236}">
                <a16:creationId xmlns:a16="http://schemas.microsoft.com/office/drawing/2014/main" id="{9BF33CA8-9D3C-60BA-374C-47F233DDA8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54" y="6577291"/>
            <a:ext cx="274105" cy="27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90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7A39320-878E-D0A9-C231-74CA5958E495}"/>
              </a:ext>
            </a:extLst>
          </p:cNvPr>
          <p:cNvSpPr/>
          <p:nvPr/>
        </p:nvSpPr>
        <p:spPr>
          <a:xfrm>
            <a:off x="0" y="4926106"/>
            <a:ext cx="12192000" cy="259976"/>
          </a:xfrm>
          <a:prstGeom prst="rect">
            <a:avLst/>
          </a:prstGeom>
          <a:solidFill>
            <a:srgbClr val="F683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1F0FE8EE-41CB-E3DC-946E-05285ED57B7C}"/>
              </a:ext>
            </a:extLst>
          </p:cNvPr>
          <p:cNvGrpSpPr/>
          <p:nvPr/>
        </p:nvGrpSpPr>
        <p:grpSpPr>
          <a:xfrm>
            <a:off x="2957054" y="2549839"/>
            <a:ext cx="805134" cy="2595038"/>
            <a:chOff x="1804833" y="3092204"/>
            <a:chExt cx="805134" cy="2595038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D5521301-CEC5-6DCA-DD82-9F131B65E2C0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BA5D182E-0972-E41A-7641-3A4AF3E42F89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Palmeiras – Barra Funda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594E60BA-129D-652A-F862-63CBE19DF888}"/>
              </a:ext>
            </a:extLst>
          </p:cNvPr>
          <p:cNvGrpSpPr/>
          <p:nvPr/>
        </p:nvGrpSpPr>
        <p:grpSpPr>
          <a:xfrm>
            <a:off x="3340474" y="2549839"/>
            <a:ext cx="805134" cy="2595038"/>
            <a:chOff x="1804833" y="3092204"/>
            <a:chExt cx="805134" cy="2595038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185658D6-6B1D-41DC-37DD-7E1991FDF3B3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1EF506F4-5212-C92D-7806-339F17EB2753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Luz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73FEB0A4-116C-B428-C129-365C35FDB41B}"/>
              </a:ext>
            </a:extLst>
          </p:cNvPr>
          <p:cNvGrpSpPr/>
          <p:nvPr/>
        </p:nvGrpSpPr>
        <p:grpSpPr>
          <a:xfrm>
            <a:off x="3726275" y="2549839"/>
            <a:ext cx="805134" cy="2595038"/>
            <a:chOff x="1804833" y="3092204"/>
            <a:chExt cx="805134" cy="2595038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C3F875F-A5F0-78B1-6A25-EAD9D4FC9A80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56149CE4-DEA9-10A0-CB92-4465BA7709D0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Brás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B6EE1299-B9E7-48B5-FE08-9BC35691C80B}"/>
              </a:ext>
            </a:extLst>
          </p:cNvPr>
          <p:cNvGrpSpPr/>
          <p:nvPr/>
        </p:nvGrpSpPr>
        <p:grpSpPr>
          <a:xfrm>
            <a:off x="4112076" y="2549839"/>
            <a:ext cx="805134" cy="2595038"/>
            <a:chOff x="1804833" y="3092204"/>
            <a:chExt cx="805134" cy="2595038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44071308-6AD3-88C3-B861-F2EC4C99EA2E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091C78E7-7DBF-1383-0336-26AC7D1FC075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Tatuapé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CB5B2F38-4476-2FE8-1D6C-216C67C476D5}"/>
              </a:ext>
            </a:extLst>
          </p:cNvPr>
          <p:cNvGrpSpPr/>
          <p:nvPr/>
        </p:nvGrpSpPr>
        <p:grpSpPr>
          <a:xfrm>
            <a:off x="4497877" y="2549839"/>
            <a:ext cx="805134" cy="2595038"/>
            <a:chOff x="1804833" y="3092204"/>
            <a:chExt cx="805134" cy="2595038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348884E6-ECBA-7C51-67F8-2A373AC9F383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0D200DEA-1AF7-6C70-73AE-98AF05353116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Corinthians - Itaquera</a:t>
              </a: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079B156D-46AD-8EE4-DF86-B072FD8AC1C8}"/>
              </a:ext>
            </a:extLst>
          </p:cNvPr>
          <p:cNvGrpSpPr/>
          <p:nvPr/>
        </p:nvGrpSpPr>
        <p:grpSpPr>
          <a:xfrm>
            <a:off x="4883678" y="2549839"/>
            <a:ext cx="805134" cy="2595038"/>
            <a:chOff x="1804833" y="3092204"/>
            <a:chExt cx="805134" cy="2595038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A2D75AAE-E76F-8C33-6F66-EDCA9A606EA2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AB67D3EF-511D-E311-7252-CF76C545171B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Dom Bosco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101C402-2480-6BB6-7DD6-AA2B756E242F}"/>
              </a:ext>
            </a:extLst>
          </p:cNvPr>
          <p:cNvGrpSpPr/>
          <p:nvPr/>
        </p:nvGrpSpPr>
        <p:grpSpPr>
          <a:xfrm>
            <a:off x="5267098" y="2549839"/>
            <a:ext cx="805134" cy="2595038"/>
            <a:chOff x="1804833" y="3092204"/>
            <a:chExt cx="805134" cy="2595038"/>
          </a:xfrm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E291489E-CAF6-8CE6-1D2F-E4B8306763E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E507751D-08EF-7E9B-40B7-772A46E1EF67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José Bonifácio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7401659B-D798-6C9C-2121-7723C06B2EEE}"/>
              </a:ext>
            </a:extLst>
          </p:cNvPr>
          <p:cNvGrpSpPr/>
          <p:nvPr/>
        </p:nvGrpSpPr>
        <p:grpSpPr>
          <a:xfrm>
            <a:off x="5650518" y="2549839"/>
            <a:ext cx="805134" cy="2595038"/>
            <a:chOff x="1804833" y="3092204"/>
            <a:chExt cx="805134" cy="2595038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EF5FC13D-A4BA-C977-0841-0F1E14EB059C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308B4831-DC88-57FC-6778-93839003E535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Guaianazes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9E3337A7-39B3-F2D0-21D3-62EAD97BA2BD}"/>
              </a:ext>
            </a:extLst>
          </p:cNvPr>
          <p:cNvGrpSpPr/>
          <p:nvPr/>
        </p:nvGrpSpPr>
        <p:grpSpPr>
          <a:xfrm>
            <a:off x="6033938" y="2549839"/>
            <a:ext cx="805134" cy="2595038"/>
            <a:chOff x="1804833" y="3092204"/>
            <a:chExt cx="805134" cy="2595038"/>
          </a:xfrm>
        </p:grpSpPr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070BE111-B264-915F-3B25-DDEE64F8344D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F34969EC-FED0-0CBC-B5B7-5D19032F86D5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Antônio Gianetti Neto</a:t>
              </a: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1E829892-BBA4-3624-F14B-0A8D77E56C09}"/>
              </a:ext>
            </a:extLst>
          </p:cNvPr>
          <p:cNvGrpSpPr/>
          <p:nvPr/>
        </p:nvGrpSpPr>
        <p:grpSpPr>
          <a:xfrm>
            <a:off x="6418127" y="2549839"/>
            <a:ext cx="805134" cy="2595038"/>
            <a:chOff x="1804833" y="3092204"/>
            <a:chExt cx="805134" cy="2595038"/>
          </a:xfrm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9E484090-6E59-2AFC-F789-42341B655401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FC93170C-380C-7B76-FB2A-30A6CA314B79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Ferraz de Vasconcelos</a:t>
              </a:r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7006EABE-62EA-78B6-4C4E-E843734D3795}"/>
              </a:ext>
            </a:extLst>
          </p:cNvPr>
          <p:cNvGrpSpPr/>
          <p:nvPr/>
        </p:nvGrpSpPr>
        <p:grpSpPr>
          <a:xfrm>
            <a:off x="6803928" y="2549839"/>
            <a:ext cx="805134" cy="2595038"/>
            <a:chOff x="1804833" y="3092204"/>
            <a:chExt cx="805134" cy="2595038"/>
          </a:xfrm>
        </p:grpSpPr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FE5708BC-3963-47E7-5C2F-24C1AF8C28B8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4193D2CB-E877-BBBE-0661-D6E3A2AC8985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Poá</a:t>
              </a:r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6823FB9D-4596-65FE-3EE6-31DCD09BFF00}"/>
              </a:ext>
            </a:extLst>
          </p:cNvPr>
          <p:cNvGrpSpPr/>
          <p:nvPr/>
        </p:nvGrpSpPr>
        <p:grpSpPr>
          <a:xfrm>
            <a:off x="7189729" y="1785256"/>
            <a:ext cx="1010003" cy="3359621"/>
            <a:chOff x="1804833" y="2327621"/>
            <a:chExt cx="1010003" cy="3359621"/>
          </a:xfrm>
        </p:grpSpPr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6B07684B-E590-4962-43F1-541E1ECE6AE4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67BB6047-26A5-4517-9789-82B291038EED}"/>
                </a:ext>
              </a:extLst>
            </p:cNvPr>
            <p:cNvSpPr txBox="1"/>
            <p:nvPr/>
          </p:nvSpPr>
          <p:spPr>
            <a:xfrm rot="18000000">
              <a:off x="1005994" y="3767131"/>
              <a:ext cx="32483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Calmon Viana</a:t>
              </a:r>
            </a:p>
          </p:txBody>
        </p: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C3761333-4F7A-510D-B9E9-F1BE03A8B368}"/>
              </a:ext>
            </a:extLst>
          </p:cNvPr>
          <p:cNvGrpSpPr/>
          <p:nvPr/>
        </p:nvGrpSpPr>
        <p:grpSpPr>
          <a:xfrm>
            <a:off x="7576111" y="2549839"/>
            <a:ext cx="805134" cy="2595038"/>
            <a:chOff x="1804833" y="3092204"/>
            <a:chExt cx="805134" cy="2595038"/>
          </a:xfrm>
        </p:grpSpPr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E133DF36-A76B-0C5C-3600-29F294CE7574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F6B39920-A3B7-86BF-F590-562C189C0512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Suzano</a:t>
              </a:r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4A885EB6-A101-50C4-C904-C89AC7379965}"/>
              </a:ext>
            </a:extLst>
          </p:cNvPr>
          <p:cNvGrpSpPr/>
          <p:nvPr/>
        </p:nvGrpSpPr>
        <p:grpSpPr>
          <a:xfrm>
            <a:off x="7961912" y="2549839"/>
            <a:ext cx="805134" cy="2595038"/>
            <a:chOff x="1804833" y="3092204"/>
            <a:chExt cx="805134" cy="2595038"/>
          </a:xfrm>
        </p:grpSpPr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FDF9003A-B5BF-9C14-0AA8-286136BB3D8E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4EFE4068-5B01-DFB1-0D8E-0043EBA44214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Jundiapeba</a:t>
              </a:r>
              <a:endParaRPr lang="pt-BR" dirty="0"/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DE8B4550-3FEF-73AD-F1FA-0101E5B741A2}"/>
              </a:ext>
            </a:extLst>
          </p:cNvPr>
          <p:cNvGrpSpPr/>
          <p:nvPr/>
        </p:nvGrpSpPr>
        <p:grpSpPr>
          <a:xfrm>
            <a:off x="8347711" y="1709266"/>
            <a:ext cx="1030364" cy="3435611"/>
            <a:chOff x="1804833" y="2251631"/>
            <a:chExt cx="1030364" cy="3435611"/>
          </a:xfrm>
        </p:grpSpPr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230BFF8E-A469-5C5E-3AE6-11763DE4364D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534CEF6D-67D4-ACA6-A33A-6371C8E8845B}"/>
                </a:ext>
              </a:extLst>
            </p:cNvPr>
            <p:cNvSpPr txBox="1"/>
            <p:nvPr/>
          </p:nvSpPr>
          <p:spPr>
            <a:xfrm rot="18000000">
              <a:off x="985632" y="3731864"/>
              <a:ext cx="3329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Braz Cubas</a:t>
              </a:r>
            </a:p>
          </p:txBody>
        </p:sp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CB3E263B-7446-4695-C30D-06346E880A86}"/>
              </a:ext>
            </a:extLst>
          </p:cNvPr>
          <p:cNvGrpSpPr/>
          <p:nvPr/>
        </p:nvGrpSpPr>
        <p:grpSpPr>
          <a:xfrm>
            <a:off x="8733317" y="2549839"/>
            <a:ext cx="805134" cy="2595038"/>
            <a:chOff x="1804833" y="3092204"/>
            <a:chExt cx="805134" cy="2595038"/>
          </a:xfrm>
        </p:grpSpPr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294F98E8-A509-5726-8997-EA56195D7CAE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id="{587B94F3-82C5-E12B-331B-4044D9291B66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Mogi das Cruzes</a:t>
              </a:r>
            </a:p>
          </p:txBody>
        </p:sp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308DB391-52A0-2DDC-728C-3706BFD90F18}"/>
              </a:ext>
            </a:extLst>
          </p:cNvPr>
          <p:cNvGrpSpPr/>
          <p:nvPr/>
        </p:nvGrpSpPr>
        <p:grpSpPr>
          <a:xfrm>
            <a:off x="9119116" y="2549839"/>
            <a:ext cx="805134" cy="2595038"/>
            <a:chOff x="1804833" y="3092204"/>
            <a:chExt cx="805134" cy="2595038"/>
          </a:xfrm>
        </p:grpSpPr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A99F82C2-84B5-0A62-DA8D-BF72F18ECC94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id="{7B4E3456-B8A8-C8AF-6228-587E619141C7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Estudantes</a:t>
              </a:r>
            </a:p>
          </p:txBody>
        </p:sp>
      </p:grp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F8636C20-B2C4-BA0F-46E6-A0D5E49C6F9D}"/>
              </a:ext>
            </a:extLst>
          </p:cNvPr>
          <p:cNvGrpSpPr/>
          <p:nvPr/>
        </p:nvGrpSpPr>
        <p:grpSpPr>
          <a:xfrm>
            <a:off x="2900704" y="5804216"/>
            <a:ext cx="389940" cy="246221"/>
            <a:chOff x="1965117" y="5189845"/>
            <a:chExt cx="389940" cy="246221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DF29E03A-E402-E6B6-5EA8-577173DA4EA3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0B3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63" name="CaixaDeTexto 62">
              <a:extLst>
                <a:ext uri="{FF2B5EF4-FFF2-40B4-BE49-F238E27FC236}">
                  <a16:creationId xmlns:a16="http://schemas.microsoft.com/office/drawing/2014/main" id="{F1EC712B-5A77-5732-6139-BB5CC83D4513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13</a:t>
              </a:r>
              <a:endParaRPr lang="pt-BR" sz="5400" dirty="0"/>
            </a:p>
          </p:txBody>
        </p:sp>
      </p:grp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0620C6BC-91FC-CE67-585E-4FB9098566B1}"/>
              </a:ext>
            </a:extLst>
          </p:cNvPr>
          <p:cNvGrpSpPr/>
          <p:nvPr/>
        </p:nvGrpSpPr>
        <p:grpSpPr>
          <a:xfrm>
            <a:off x="2906848" y="5195086"/>
            <a:ext cx="389940" cy="246221"/>
            <a:chOff x="1965117" y="5189845"/>
            <a:chExt cx="389940" cy="246221"/>
          </a:xfrm>
        </p:grpSpPr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0DC45D7C-AD0F-EA15-5F09-23EE1A24FE75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EE37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66" name="CaixaDeTexto 65">
              <a:extLst>
                <a:ext uri="{FF2B5EF4-FFF2-40B4-BE49-F238E27FC236}">
                  <a16:creationId xmlns:a16="http://schemas.microsoft.com/office/drawing/2014/main" id="{F5208CF6-B8C3-0A54-0655-8D14BCB7CCDA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3</a:t>
              </a:r>
              <a:endParaRPr lang="pt-BR" sz="5400" dirty="0"/>
            </a:p>
          </p:txBody>
        </p:sp>
      </p:grpSp>
      <p:grpSp>
        <p:nvGrpSpPr>
          <p:cNvPr id="67" name="Agrupar 66">
            <a:extLst>
              <a:ext uri="{FF2B5EF4-FFF2-40B4-BE49-F238E27FC236}">
                <a16:creationId xmlns:a16="http://schemas.microsoft.com/office/drawing/2014/main" id="{C978AAA5-DB99-4A76-36FC-D4EC6EE70AD5}"/>
              </a:ext>
            </a:extLst>
          </p:cNvPr>
          <p:cNvGrpSpPr/>
          <p:nvPr/>
        </p:nvGrpSpPr>
        <p:grpSpPr>
          <a:xfrm>
            <a:off x="2903085" y="5406770"/>
            <a:ext cx="389940" cy="246221"/>
            <a:chOff x="1965117" y="5189845"/>
            <a:chExt cx="389940" cy="246221"/>
          </a:xfrm>
        </p:grpSpPr>
        <p:sp>
          <p:nvSpPr>
            <p:cNvPr id="68" name="Elipse 67">
              <a:extLst>
                <a:ext uri="{FF2B5EF4-FFF2-40B4-BE49-F238E27FC236}">
                  <a16:creationId xmlns:a16="http://schemas.microsoft.com/office/drawing/2014/main" id="{FBCAB8B2-EE9E-5A12-16A6-D67BDDD9802D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CA01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69" name="CaixaDeTexto 68">
              <a:extLst>
                <a:ext uri="{FF2B5EF4-FFF2-40B4-BE49-F238E27FC236}">
                  <a16:creationId xmlns:a16="http://schemas.microsoft.com/office/drawing/2014/main" id="{EE717131-EA79-5BD3-D9B9-FEDF921A17B8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7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4293C4F0-4501-DEAA-5DE0-5DD0D8F1CC02}"/>
              </a:ext>
            </a:extLst>
          </p:cNvPr>
          <p:cNvGrpSpPr/>
          <p:nvPr/>
        </p:nvGrpSpPr>
        <p:grpSpPr>
          <a:xfrm>
            <a:off x="2904932" y="5601774"/>
            <a:ext cx="389940" cy="246221"/>
            <a:chOff x="1965117" y="5189845"/>
            <a:chExt cx="389940" cy="246221"/>
          </a:xfrm>
        </p:grpSpPr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E4D8C13F-8773-F8A7-CD9B-A434A79A8726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97A09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A00C10F1-7654-D730-2429-B1840E4C1BCA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8</a:t>
              </a:r>
              <a:endParaRPr lang="pt-BR" sz="5400" dirty="0"/>
            </a:p>
          </p:txBody>
        </p:sp>
      </p:grpSp>
      <p:grpSp>
        <p:nvGrpSpPr>
          <p:cNvPr id="82" name="Agrupar 81">
            <a:extLst>
              <a:ext uri="{FF2B5EF4-FFF2-40B4-BE49-F238E27FC236}">
                <a16:creationId xmlns:a16="http://schemas.microsoft.com/office/drawing/2014/main" id="{78250BC6-F6CF-AA32-F4C4-77A6C2955297}"/>
              </a:ext>
            </a:extLst>
          </p:cNvPr>
          <p:cNvGrpSpPr/>
          <p:nvPr/>
        </p:nvGrpSpPr>
        <p:grpSpPr>
          <a:xfrm>
            <a:off x="7134328" y="5203961"/>
            <a:ext cx="389940" cy="246221"/>
            <a:chOff x="1965117" y="5189845"/>
            <a:chExt cx="389940" cy="246221"/>
          </a:xfrm>
        </p:grpSpPr>
        <p:sp>
          <p:nvSpPr>
            <p:cNvPr id="83" name="Elipse 82">
              <a:extLst>
                <a:ext uri="{FF2B5EF4-FFF2-40B4-BE49-F238E27FC236}">
                  <a16:creationId xmlns:a16="http://schemas.microsoft.com/office/drawing/2014/main" id="{ECF8D78E-9856-6C4B-24D0-508862F06306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133C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84" name="CaixaDeTexto 83">
              <a:extLst>
                <a:ext uri="{FF2B5EF4-FFF2-40B4-BE49-F238E27FC236}">
                  <a16:creationId xmlns:a16="http://schemas.microsoft.com/office/drawing/2014/main" id="{2130843B-640A-D3FC-6F20-3C6C415DA07D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>
                  <a:solidFill>
                    <a:schemeClr val="bg1"/>
                  </a:solidFill>
                </a:rPr>
                <a:t>12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1" name="Agrupar 90">
            <a:extLst>
              <a:ext uri="{FF2B5EF4-FFF2-40B4-BE49-F238E27FC236}">
                <a16:creationId xmlns:a16="http://schemas.microsoft.com/office/drawing/2014/main" id="{B8DE80D8-0F74-8FEA-A655-4CF7C05D9EAE}"/>
              </a:ext>
            </a:extLst>
          </p:cNvPr>
          <p:cNvGrpSpPr/>
          <p:nvPr/>
        </p:nvGrpSpPr>
        <p:grpSpPr>
          <a:xfrm>
            <a:off x="3663517" y="5805524"/>
            <a:ext cx="389940" cy="246221"/>
            <a:chOff x="1965117" y="5189845"/>
            <a:chExt cx="389940" cy="246221"/>
          </a:xfrm>
        </p:grpSpPr>
        <p:sp>
          <p:nvSpPr>
            <p:cNvPr id="92" name="Elipse 91">
              <a:extLst>
                <a:ext uri="{FF2B5EF4-FFF2-40B4-BE49-F238E27FC236}">
                  <a16:creationId xmlns:a16="http://schemas.microsoft.com/office/drawing/2014/main" id="{2A428B31-9C9A-76AE-0F4F-B8FCDC50A348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133C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93" name="CaixaDeTexto 92">
              <a:extLst>
                <a:ext uri="{FF2B5EF4-FFF2-40B4-BE49-F238E27FC236}">
                  <a16:creationId xmlns:a16="http://schemas.microsoft.com/office/drawing/2014/main" id="{3FB1D437-456F-292A-C4F1-BF5169B7DDB3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>
                  <a:solidFill>
                    <a:schemeClr val="bg1"/>
                  </a:solidFill>
                </a:rPr>
                <a:t>12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4" name="Agrupar 93">
            <a:extLst>
              <a:ext uri="{FF2B5EF4-FFF2-40B4-BE49-F238E27FC236}">
                <a16:creationId xmlns:a16="http://schemas.microsoft.com/office/drawing/2014/main" id="{D8CF7D58-3285-AD3C-83EA-EF4D40A1670C}"/>
              </a:ext>
            </a:extLst>
          </p:cNvPr>
          <p:cNvGrpSpPr/>
          <p:nvPr/>
        </p:nvGrpSpPr>
        <p:grpSpPr>
          <a:xfrm>
            <a:off x="3669565" y="5405553"/>
            <a:ext cx="389940" cy="246221"/>
            <a:chOff x="1965117" y="5189845"/>
            <a:chExt cx="389940" cy="246221"/>
          </a:xfrm>
        </p:grpSpPr>
        <p:sp>
          <p:nvSpPr>
            <p:cNvPr id="95" name="Elipse 94">
              <a:extLst>
                <a:ext uri="{FF2B5EF4-FFF2-40B4-BE49-F238E27FC236}">
                  <a16:creationId xmlns:a16="http://schemas.microsoft.com/office/drawing/2014/main" id="{B48B9948-E09E-1157-BB8B-F9E5AFCD5AB7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CA01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96" name="CaixaDeTexto 95">
              <a:extLst>
                <a:ext uri="{FF2B5EF4-FFF2-40B4-BE49-F238E27FC236}">
                  <a16:creationId xmlns:a16="http://schemas.microsoft.com/office/drawing/2014/main" id="{B182F85F-302B-8D47-F8F8-7F87F1D4AB14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7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FBBEDE58-795D-83C3-1376-3FD317109CBA}"/>
              </a:ext>
            </a:extLst>
          </p:cNvPr>
          <p:cNvGrpSpPr/>
          <p:nvPr/>
        </p:nvGrpSpPr>
        <p:grpSpPr>
          <a:xfrm>
            <a:off x="3670660" y="5604487"/>
            <a:ext cx="389940" cy="246221"/>
            <a:chOff x="1965117" y="5189845"/>
            <a:chExt cx="389940" cy="246221"/>
          </a:xfrm>
        </p:grpSpPr>
        <p:sp>
          <p:nvSpPr>
            <p:cNvPr id="101" name="Elipse 100">
              <a:extLst>
                <a:ext uri="{FF2B5EF4-FFF2-40B4-BE49-F238E27FC236}">
                  <a16:creationId xmlns:a16="http://schemas.microsoft.com/office/drawing/2014/main" id="{7E5F5BD1-1B1C-5733-687F-F46A311060C4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49F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02" name="CaixaDeTexto 101">
              <a:extLst>
                <a:ext uri="{FF2B5EF4-FFF2-40B4-BE49-F238E27FC236}">
                  <a16:creationId xmlns:a16="http://schemas.microsoft.com/office/drawing/2014/main" id="{EB9F1A3A-0550-1308-9F7E-057C66E2B308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10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" name="Agrupar 102">
            <a:extLst>
              <a:ext uri="{FF2B5EF4-FFF2-40B4-BE49-F238E27FC236}">
                <a16:creationId xmlns:a16="http://schemas.microsoft.com/office/drawing/2014/main" id="{BF1245AE-04EB-5DC8-EE04-5D7D863343AA}"/>
              </a:ext>
            </a:extLst>
          </p:cNvPr>
          <p:cNvGrpSpPr/>
          <p:nvPr/>
        </p:nvGrpSpPr>
        <p:grpSpPr>
          <a:xfrm>
            <a:off x="3668078" y="5996256"/>
            <a:ext cx="389940" cy="246221"/>
            <a:chOff x="1965117" y="5189845"/>
            <a:chExt cx="389940" cy="246221"/>
          </a:xfrm>
        </p:grpSpPr>
        <p:sp>
          <p:nvSpPr>
            <p:cNvPr id="104" name="Elipse 103">
              <a:extLst>
                <a:ext uri="{FF2B5EF4-FFF2-40B4-BE49-F238E27FC236}">
                  <a16:creationId xmlns:a16="http://schemas.microsoft.com/office/drawing/2014/main" id="{A7B027F2-3107-9ED7-A91C-14E449F7594F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0B3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05" name="CaixaDeTexto 104">
              <a:extLst>
                <a:ext uri="{FF2B5EF4-FFF2-40B4-BE49-F238E27FC236}">
                  <a16:creationId xmlns:a16="http://schemas.microsoft.com/office/drawing/2014/main" id="{9602C2A2-5E25-683B-5AE4-0880B8F7B6A1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13</a:t>
              </a:r>
              <a:endParaRPr lang="pt-BR" sz="5400" dirty="0"/>
            </a:p>
          </p:txBody>
        </p:sp>
      </p:grpSp>
      <p:grpSp>
        <p:nvGrpSpPr>
          <p:cNvPr id="113" name="Agrupar 112">
            <a:extLst>
              <a:ext uri="{FF2B5EF4-FFF2-40B4-BE49-F238E27FC236}">
                <a16:creationId xmlns:a16="http://schemas.microsoft.com/office/drawing/2014/main" id="{1ABE2BEC-47C7-A561-B7AA-42211422918E}"/>
              </a:ext>
            </a:extLst>
          </p:cNvPr>
          <p:cNvGrpSpPr/>
          <p:nvPr/>
        </p:nvGrpSpPr>
        <p:grpSpPr>
          <a:xfrm>
            <a:off x="4434491" y="5203029"/>
            <a:ext cx="389940" cy="246221"/>
            <a:chOff x="1965117" y="5189845"/>
            <a:chExt cx="389940" cy="246221"/>
          </a:xfrm>
        </p:grpSpPr>
        <p:sp>
          <p:nvSpPr>
            <p:cNvPr id="114" name="Elipse 113">
              <a:extLst>
                <a:ext uri="{FF2B5EF4-FFF2-40B4-BE49-F238E27FC236}">
                  <a16:creationId xmlns:a16="http://schemas.microsoft.com/office/drawing/2014/main" id="{984F345B-3FDE-73E4-9C39-341C2EA4EAA7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EE37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15" name="CaixaDeTexto 114">
              <a:extLst>
                <a:ext uri="{FF2B5EF4-FFF2-40B4-BE49-F238E27FC236}">
                  <a16:creationId xmlns:a16="http://schemas.microsoft.com/office/drawing/2014/main" id="{7B3A3472-0C97-4DEF-FB85-6EFEA3C08A01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3</a:t>
              </a:r>
              <a:endParaRPr lang="pt-BR" sz="5400" dirty="0"/>
            </a:p>
          </p:txBody>
        </p:sp>
      </p:grp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437B4984-E2F4-105E-CCEC-881AB5D2CE18}"/>
              </a:ext>
            </a:extLst>
          </p:cNvPr>
          <p:cNvGrpSpPr/>
          <p:nvPr/>
        </p:nvGrpSpPr>
        <p:grpSpPr>
          <a:xfrm>
            <a:off x="4046816" y="5408561"/>
            <a:ext cx="389940" cy="246221"/>
            <a:chOff x="1965117" y="5189845"/>
            <a:chExt cx="389940" cy="246221"/>
          </a:xfrm>
        </p:grpSpPr>
        <p:sp>
          <p:nvSpPr>
            <p:cNvPr id="117" name="Elipse 116">
              <a:extLst>
                <a:ext uri="{FF2B5EF4-FFF2-40B4-BE49-F238E27FC236}">
                  <a16:creationId xmlns:a16="http://schemas.microsoft.com/office/drawing/2014/main" id="{87538E1F-6D78-859F-3C5D-6F8DB33C1A38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133C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18" name="CaixaDeTexto 117">
              <a:extLst>
                <a:ext uri="{FF2B5EF4-FFF2-40B4-BE49-F238E27FC236}">
                  <a16:creationId xmlns:a16="http://schemas.microsoft.com/office/drawing/2014/main" id="{928F940C-CBBA-94B0-398F-B5D9A0ADE7CD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>
                  <a:solidFill>
                    <a:schemeClr val="bg1"/>
                  </a:solidFill>
                </a:rPr>
                <a:t>12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2" name="Agrupar 121">
            <a:extLst>
              <a:ext uri="{FF2B5EF4-FFF2-40B4-BE49-F238E27FC236}">
                <a16:creationId xmlns:a16="http://schemas.microsoft.com/office/drawing/2014/main" id="{CB64201C-32B0-4839-6CD2-5A80D493070F}"/>
              </a:ext>
            </a:extLst>
          </p:cNvPr>
          <p:cNvGrpSpPr/>
          <p:nvPr/>
        </p:nvGrpSpPr>
        <p:grpSpPr>
          <a:xfrm>
            <a:off x="4051228" y="5201072"/>
            <a:ext cx="389940" cy="246221"/>
            <a:chOff x="1965117" y="5189845"/>
            <a:chExt cx="389940" cy="246221"/>
          </a:xfrm>
        </p:grpSpPr>
        <p:sp>
          <p:nvSpPr>
            <p:cNvPr id="123" name="Elipse 122">
              <a:extLst>
                <a:ext uri="{FF2B5EF4-FFF2-40B4-BE49-F238E27FC236}">
                  <a16:creationId xmlns:a16="http://schemas.microsoft.com/office/drawing/2014/main" id="{AB790201-C44F-4DC7-FD05-F57886FDED87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EE37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24" name="CaixaDeTexto 123">
              <a:extLst>
                <a:ext uri="{FF2B5EF4-FFF2-40B4-BE49-F238E27FC236}">
                  <a16:creationId xmlns:a16="http://schemas.microsoft.com/office/drawing/2014/main" id="{DEC8CD93-3320-3B26-EB61-D93BE4E44735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3</a:t>
              </a:r>
              <a:endParaRPr lang="pt-BR" sz="5400" dirty="0"/>
            </a:p>
          </p:txBody>
        </p:sp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2823CBEC-B2D6-6F40-C0B6-5BD6F0C41EE5}"/>
              </a:ext>
            </a:extLst>
          </p:cNvPr>
          <p:cNvGrpSpPr/>
          <p:nvPr/>
        </p:nvGrpSpPr>
        <p:grpSpPr>
          <a:xfrm>
            <a:off x="3671308" y="5198103"/>
            <a:ext cx="389940" cy="246221"/>
            <a:chOff x="1965117" y="5189845"/>
            <a:chExt cx="389940" cy="246221"/>
          </a:xfrm>
        </p:grpSpPr>
        <p:sp>
          <p:nvSpPr>
            <p:cNvPr id="128" name="Elipse 127">
              <a:extLst>
                <a:ext uri="{FF2B5EF4-FFF2-40B4-BE49-F238E27FC236}">
                  <a16:creationId xmlns:a16="http://schemas.microsoft.com/office/drawing/2014/main" id="{E17FE0D3-EED0-B889-8857-ADE8F4D81438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EE37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29" name="CaixaDeTexto 128">
              <a:extLst>
                <a:ext uri="{FF2B5EF4-FFF2-40B4-BE49-F238E27FC236}">
                  <a16:creationId xmlns:a16="http://schemas.microsoft.com/office/drawing/2014/main" id="{AF144D4C-E9D1-10A7-43F4-F0F251A0F9AD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3</a:t>
              </a:r>
              <a:endParaRPr lang="pt-BR" sz="5400" dirty="0"/>
            </a:p>
          </p:txBody>
        </p:sp>
      </p:grpSp>
      <p:grpSp>
        <p:nvGrpSpPr>
          <p:cNvPr id="130" name="Agrupar 129">
            <a:extLst>
              <a:ext uri="{FF2B5EF4-FFF2-40B4-BE49-F238E27FC236}">
                <a16:creationId xmlns:a16="http://schemas.microsoft.com/office/drawing/2014/main" id="{E960D925-1E85-1F3F-BB9F-542C92E8100C}"/>
              </a:ext>
            </a:extLst>
          </p:cNvPr>
          <p:cNvGrpSpPr/>
          <p:nvPr/>
        </p:nvGrpSpPr>
        <p:grpSpPr>
          <a:xfrm>
            <a:off x="3269982" y="5804216"/>
            <a:ext cx="389940" cy="246221"/>
            <a:chOff x="1965117" y="5189845"/>
            <a:chExt cx="389940" cy="246221"/>
          </a:xfrm>
        </p:grpSpPr>
        <p:sp>
          <p:nvSpPr>
            <p:cNvPr id="131" name="Elipse 130">
              <a:extLst>
                <a:ext uri="{FF2B5EF4-FFF2-40B4-BE49-F238E27FC236}">
                  <a16:creationId xmlns:a16="http://schemas.microsoft.com/office/drawing/2014/main" id="{49D305F7-690D-2AC3-10AD-80308DE4E687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0B3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32" name="CaixaDeTexto 131">
              <a:extLst>
                <a:ext uri="{FF2B5EF4-FFF2-40B4-BE49-F238E27FC236}">
                  <a16:creationId xmlns:a16="http://schemas.microsoft.com/office/drawing/2014/main" id="{2CFF3987-DD32-A98D-DACF-FAC391826873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13</a:t>
              </a:r>
              <a:endParaRPr lang="pt-BR" sz="5400" dirty="0"/>
            </a:p>
          </p:txBody>
        </p:sp>
      </p:grp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E5C4BB2E-27A1-154D-85CB-D725AFDBEE55}"/>
              </a:ext>
            </a:extLst>
          </p:cNvPr>
          <p:cNvGrpSpPr/>
          <p:nvPr/>
        </p:nvGrpSpPr>
        <p:grpSpPr>
          <a:xfrm>
            <a:off x="3276126" y="5195086"/>
            <a:ext cx="389940" cy="246221"/>
            <a:chOff x="1965117" y="5189845"/>
            <a:chExt cx="389940" cy="246221"/>
          </a:xfrm>
        </p:grpSpPr>
        <p:sp>
          <p:nvSpPr>
            <p:cNvPr id="134" name="Elipse 133">
              <a:extLst>
                <a:ext uri="{FF2B5EF4-FFF2-40B4-BE49-F238E27FC236}">
                  <a16:creationId xmlns:a16="http://schemas.microsoft.com/office/drawing/2014/main" id="{E7AB1A85-3AF0-0959-ECF6-3849FA62186F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455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35" name="CaixaDeTexto 134">
              <a:extLst>
                <a:ext uri="{FF2B5EF4-FFF2-40B4-BE49-F238E27FC236}">
                  <a16:creationId xmlns:a16="http://schemas.microsoft.com/office/drawing/2014/main" id="{7E5C4A16-0982-EBC5-A788-F8A227F7ED16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1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Agrupar 135">
            <a:extLst>
              <a:ext uri="{FF2B5EF4-FFF2-40B4-BE49-F238E27FC236}">
                <a16:creationId xmlns:a16="http://schemas.microsoft.com/office/drawing/2014/main" id="{128D69E3-AA6D-31D7-5ACD-F427019E69A5}"/>
              </a:ext>
            </a:extLst>
          </p:cNvPr>
          <p:cNvGrpSpPr/>
          <p:nvPr/>
        </p:nvGrpSpPr>
        <p:grpSpPr>
          <a:xfrm>
            <a:off x="3272363" y="5406770"/>
            <a:ext cx="389940" cy="246221"/>
            <a:chOff x="1965117" y="5189845"/>
            <a:chExt cx="389940" cy="246221"/>
          </a:xfrm>
        </p:grpSpPr>
        <p:sp>
          <p:nvSpPr>
            <p:cNvPr id="137" name="Elipse 136">
              <a:extLst>
                <a:ext uri="{FF2B5EF4-FFF2-40B4-BE49-F238E27FC236}">
                  <a16:creationId xmlns:a16="http://schemas.microsoft.com/office/drawing/2014/main" id="{1E7DCB61-BB58-2DBB-E664-5B9DB9F8B451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FF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38" name="CaixaDeTexto 137">
              <a:extLst>
                <a:ext uri="{FF2B5EF4-FFF2-40B4-BE49-F238E27FC236}">
                  <a16:creationId xmlns:a16="http://schemas.microsoft.com/office/drawing/2014/main" id="{F74A8CB4-69E5-1891-CB4B-2E4A873979BC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4</a:t>
              </a:r>
              <a:endParaRPr lang="pt-BR" sz="5400" dirty="0"/>
            </a:p>
          </p:txBody>
        </p:sp>
      </p:grpSp>
      <p:grpSp>
        <p:nvGrpSpPr>
          <p:cNvPr id="139" name="Agrupar 138">
            <a:extLst>
              <a:ext uri="{FF2B5EF4-FFF2-40B4-BE49-F238E27FC236}">
                <a16:creationId xmlns:a16="http://schemas.microsoft.com/office/drawing/2014/main" id="{46E1E375-FAB6-8A84-BDCC-8DF64384FF1D}"/>
              </a:ext>
            </a:extLst>
          </p:cNvPr>
          <p:cNvGrpSpPr/>
          <p:nvPr/>
        </p:nvGrpSpPr>
        <p:grpSpPr>
          <a:xfrm>
            <a:off x="3274210" y="5601774"/>
            <a:ext cx="389940" cy="246221"/>
            <a:chOff x="1965117" y="5189845"/>
            <a:chExt cx="389940" cy="246221"/>
          </a:xfrm>
        </p:grpSpPr>
        <p:sp>
          <p:nvSpPr>
            <p:cNvPr id="140" name="Elipse 139">
              <a:extLst>
                <a:ext uri="{FF2B5EF4-FFF2-40B4-BE49-F238E27FC236}">
                  <a16:creationId xmlns:a16="http://schemas.microsoft.com/office/drawing/2014/main" id="{BC51B26C-3388-2DA4-2AD4-4BFA3D42D49C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CA01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41" name="CaixaDeTexto 140">
              <a:extLst>
                <a:ext uri="{FF2B5EF4-FFF2-40B4-BE49-F238E27FC236}">
                  <a16:creationId xmlns:a16="http://schemas.microsoft.com/office/drawing/2014/main" id="{8C7028C5-6842-DAB1-D94D-7D5DE93DFDBA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7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42" name="CaixaDeTexto 141">
            <a:extLst>
              <a:ext uri="{FF2B5EF4-FFF2-40B4-BE49-F238E27FC236}">
                <a16:creationId xmlns:a16="http://schemas.microsoft.com/office/drawing/2014/main" id="{9D757706-EDE1-472E-D63A-264AB7BE6A12}"/>
              </a:ext>
            </a:extLst>
          </p:cNvPr>
          <p:cNvSpPr txBox="1"/>
          <p:nvPr/>
        </p:nvSpPr>
        <p:spPr>
          <a:xfrm>
            <a:off x="0" y="6560456"/>
            <a:ext cx="12191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Aptos Narrow" panose="020B0004020202020204" pitchFamily="34" charset="0"/>
              </a:rPr>
              <a:t>Created</a:t>
            </a:r>
            <a:r>
              <a:rPr lang="pt-BR" sz="1400" dirty="0">
                <a:latin typeface="Aptos Narrow" panose="020B0004020202020204" pitchFamily="34" charset="0"/>
              </a:rPr>
              <a:t> </a:t>
            </a:r>
            <a:r>
              <a:rPr lang="pt-BR" sz="1400" dirty="0" err="1">
                <a:latin typeface="Aptos Narrow" panose="020B0004020202020204" pitchFamily="34" charset="0"/>
              </a:rPr>
              <a:t>by</a:t>
            </a:r>
            <a:r>
              <a:rPr lang="pt-BR" sz="1400" dirty="0">
                <a:latin typeface="Aptos Narrow" panose="020B0004020202020204" pitchFamily="34" charset="0"/>
              </a:rPr>
              <a:t> Sampa-4-u</a:t>
            </a:r>
          </a:p>
        </p:txBody>
      </p:sp>
      <p:pic>
        <p:nvPicPr>
          <p:cNvPr id="143" name="Imagem 142" descr="Ícone&#10;&#10;Descrição gerada automaticamente">
            <a:extLst>
              <a:ext uri="{FF2B5EF4-FFF2-40B4-BE49-F238E27FC236}">
                <a16:creationId xmlns:a16="http://schemas.microsoft.com/office/drawing/2014/main" id="{C5DFC6AB-62B0-B46C-630D-B422B87A0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54" y="6577291"/>
            <a:ext cx="274105" cy="274105"/>
          </a:xfrm>
          <a:prstGeom prst="rect">
            <a:avLst/>
          </a:prstGeom>
        </p:spPr>
      </p:pic>
      <p:grpSp>
        <p:nvGrpSpPr>
          <p:cNvPr id="11" name="Agrupar 10">
            <a:extLst>
              <a:ext uri="{FF2B5EF4-FFF2-40B4-BE49-F238E27FC236}">
                <a16:creationId xmlns:a16="http://schemas.microsoft.com/office/drawing/2014/main" id="{B7A66B11-4D94-7D1F-4A1C-D0543B1ECF8D}"/>
              </a:ext>
            </a:extLst>
          </p:cNvPr>
          <p:cNvGrpSpPr/>
          <p:nvPr/>
        </p:nvGrpSpPr>
        <p:grpSpPr>
          <a:xfrm>
            <a:off x="7524268" y="5205717"/>
            <a:ext cx="389940" cy="246221"/>
            <a:chOff x="1965117" y="5189845"/>
            <a:chExt cx="389940" cy="246221"/>
          </a:xfrm>
        </p:grpSpPr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4E90CDBE-FADE-1331-30A4-7DC6EE99A548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133C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59" name="CaixaDeTexto 58">
              <a:extLst>
                <a:ext uri="{FF2B5EF4-FFF2-40B4-BE49-F238E27FC236}">
                  <a16:creationId xmlns:a16="http://schemas.microsoft.com/office/drawing/2014/main" id="{DB970932-3A5F-2A69-7065-AACE0BC278F3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>
                  <a:solidFill>
                    <a:schemeClr val="bg1"/>
                  </a:solidFill>
                </a:rPr>
                <a:t>12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9692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tângulo 107">
            <a:extLst>
              <a:ext uri="{FF2B5EF4-FFF2-40B4-BE49-F238E27FC236}">
                <a16:creationId xmlns:a16="http://schemas.microsoft.com/office/drawing/2014/main" id="{BE3C00ED-13DF-AE6D-5723-FF1EBC8B51D0}"/>
              </a:ext>
            </a:extLst>
          </p:cNvPr>
          <p:cNvSpPr/>
          <p:nvPr/>
        </p:nvSpPr>
        <p:spPr>
          <a:xfrm>
            <a:off x="0" y="4926106"/>
            <a:ext cx="12192000" cy="259976"/>
          </a:xfrm>
          <a:prstGeom prst="rect">
            <a:avLst/>
          </a:prstGeom>
          <a:solidFill>
            <a:srgbClr val="133C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09" name="Agrupar 108">
            <a:extLst>
              <a:ext uri="{FF2B5EF4-FFF2-40B4-BE49-F238E27FC236}">
                <a16:creationId xmlns:a16="http://schemas.microsoft.com/office/drawing/2014/main" id="{85811DD4-D3BC-003A-FB53-E8494B5E60A1}"/>
              </a:ext>
            </a:extLst>
          </p:cNvPr>
          <p:cNvGrpSpPr/>
          <p:nvPr/>
        </p:nvGrpSpPr>
        <p:grpSpPr>
          <a:xfrm>
            <a:off x="3719801" y="2549839"/>
            <a:ext cx="805134" cy="2595038"/>
            <a:chOff x="1804833" y="3092204"/>
            <a:chExt cx="805134" cy="2595038"/>
          </a:xfrm>
        </p:grpSpPr>
        <p:sp>
          <p:nvSpPr>
            <p:cNvPr id="110" name="Elipse 109">
              <a:extLst>
                <a:ext uri="{FF2B5EF4-FFF2-40B4-BE49-F238E27FC236}">
                  <a16:creationId xmlns:a16="http://schemas.microsoft.com/office/drawing/2014/main" id="{71E2F0E1-6A85-26E4-4D82-8E8091CBA645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1" name="CaixaDeTexto 110">
              <a:extLst>
                <a:ext uri="{FF2B5EF4-FFF2-40B4-BE49-F238E27FC236}">
                  <a16:creationId xmlns:a16="http://schemas.microsoft.com/office/drawing/2014/main" id="{031FF581-A871-B316-ACF8-EC1D396C058C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Brás</a:t>
              </a:r>
            </a:p>
          </p:txBody>
        </p:sp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5480A401-6366-DFE3-FF8A-3EFCA3F71D94}"/>
              </a:ext>
            </a:extLst>
          </p:cNvPr>
          <p:cNvGrpSpPr/>
          <p:nvPr/>
        </p:nvGrpSpPr>
        <p:grpSpPr>
          <a:xfrm>
            <a:off x="4103221" y="2549838"/>
            <a:ext cx="805134" cy="2595039"/>
            <a:chOff x="1804833" y="3092203"/>
            <a:chExt cx="805134" cy="2595039"/>
          </a:xfrm>
        </p:grpSpPr>
        <p:sp>
          <p:nvSpPr>
            <p:cNvPr id="113" name="Elipse 112">
              <a:extLst>
                <a:ext uri="{FF2B5EF4-FFF2-40B4-BE49-F238E27FC236}">
                  <a16:creationId xmlns:a16="http://schemas.microsoft.com/office/drawing/2014/main" id="{FCCEA5B6-6216-1380-382C-BB722B966D6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4" name="CaixaDeTexto 113">
              <a:extLst>
                <a:ext uri="{FF2B5EF4-FFF2-40B4-BE49-F238E27FC236}">
                  <a16:creationId xmlns:a16="http://schemas.microsoft.com/office/drawing/2014/main" id="{B3EB77F0-7991-423D-748A-1A6FD3A7AB2E}"/>
                </a:ext>
              </a:extLst>
            </p:cNvPr>
            <p:cNvSpPr txBox="1"/>
            <p:nvPr/>
          </p:nvSpPr>
          <p:spPr>
            <a:xfrm rot="18000000">
              <a:off x="1210863" y="4121975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Tatuapé</a:t>
              </a:r>
              <a:endParaRPr lang="pt-BR" sz="2000" dirty="0"/>
            </a:p>
          </p:txBody>
        </p:sp>
      </p:grpSp>
      <p:grpSp>
        <p:nvGrpSpPr>
          <p:cNvPr id="115" name="Agrupar 114">
            <a:extLst>
              <a:ext uri="{FF2B5EF4-FFF2-40B4-BE49-F238E27FC236}">
                <a16:creationId xmlns:a16="http://schemas.microsoft.com/office/drawing/2014/main" id="{714027C7-29C3-3E18-133F-7C158B59D98A}"/>
              </a:ext>
            </a:extLst>
          </p:cNvPr>
          <p:cNvGrpSpPr/>
          <p:nvPr/>
        </p:nvGrpSpPr>
        <p:grpSpPr>
          <a:xfrm>
            <a:off x="4489022" y="2549839"/>
            <a:ext cx="805134" cy="2595038"/>
            <a:chOff x="1804833" y="3092204"/>
            <a:chExt cx="805134" cy="2595038"/>
          </a:xfrm>
        </p:grpSpPr>
        <p:sp>
          <p:nvSpPr>
            <p:cNvPr id="116" name="Elipse 115">
              <a:extLst>
                <a:ext uri="{FF2B5EF4-FFF2-40B4-BE49-F238E27FC236}">
                  <a16:creationId xmlns:a16="http://schemas.microsoft.com/office/drawing/2014/main" id="{76771D2D-1820-9782-1952-FC5B378CA5CB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7" name="CaixaDeTexto 116">
              <a:extLst>
                <a:ext uri="{FF2B5EF4-FFF2-40B4-BE49-F238E27FC236}">
                  <a16:creationId xmlns:a16="http://schemas.microsoft.com/office/drawing/2014/main" id="{E07D6D08-62D2-1281-2243-3C6594E96B7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Engenheiro Goulart</a:t>
              </a:r>
            </a:p>
          </p:txBody>
        </p:sp>
      </p:grpSp>
      <p:grpSp>
        <p:nvGrpSpPr>
          <p:cNvPr id="118" name="Agrupar 117">
            <a:extLst>
              <a:ext uri="{FF2B5EF4-FFF2-40B4-BE49-F238E27FC236}">
                <a16:creationId xmlns:a16="http://schemas.microsoft.com/office/drawing/2014/main" id="{5406D155-EB55-57A5-AEFA-3A922F7C9ED6}"/>
              </a:ext>
            </a:extLst>
          </p:cNvPr>
          <p:cNvGrpSpPr/>
          <p:nvPr/>
        </p:nvGrpSpPr>
        <p:grpSpPr>
          <a:xfrm>
            <a:off x="4874823" y="2549839"/>
            <a:ext cx="805134" cy="2595038"/>
            <a:chOff x="1804833" y="3092204"/>
            <a:chExt cx="805134" cy="2595038"/>
          </a:xfrm>
        </p:grpSpPr>
        <p:sp>
          <p:nvSpPr>
            <p:cNvPr id="119" name="Elipse 118">
              <a:extLst>
                <a:ext uri="{FF2B5EF4-FFF2-40B4-BE49-F238E27FC236}">
                  <a16:creationId xmlns:a16="http://schemas.microsoft.com/office/drawing/2014/main" id="{05E7C0A9-9164-5425-4978-9E5A787BA78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0" name="CaixaDeTexto 119">
              <a:extLst>
                <a:ext uri="{FF2B5EF4-FFF2-40B4-BE49-F238E27FC236}">
                  <a16:creationId xmlns:a16="http://schemas.microsoft.com/office/drawing/2014/main" id="{848DEF34-4204-56E7-2D92-506515BFF405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USP Leste</a:t>
              </a:r>
            </a:p>
          </p:txBody>
        </p:sp>
      </p:grpSp>
      <p:grpSp>
        <p:nvGrpSpPr>
          <p:cNvPr id="121" name="Agrupar 120">
            <a:extLst>
              <a:ext uri="{FF2B5EF4-FFF2-40B4-BE49-F238E27FC236}">
                <a16:creationId xmlns:a16="http://schemas.microsoft.com/office/drawing/2014/main" id="{E5C0E43B-F7EA-E909-9F3A-30AD72726847}"/>
              </a:ext>
            </a:extLst>
          </p:cNvPr>
          <p:cNvGrpSpPr/>
          <p:nvPr/>
        </p:nvGrpSpPr>
        <p:grpSpPr>
          <a:xfrm>
            <a:off x="5260624" y="2549839"/>
            <a:ext cx="805134" cy="2595038"/>
            <a:chOff x="1804833" y="3092204"/>
            <a:chExt cx="805134" cy="2595038"/>
          </a:xfrm>
        </p:grpSpPr>
        <p:sp>
          <p:nvSpPr>
            <p:cNvPr id="122" name="Elipse 121">
              <a:extLst>
                <a:ext uri="{FF2B5EF4-FFF2-40B4-BE49-F238E27FC236}">
                  <a16:creationId xmlns:a16="http://schemas.microsoft.com/office/drawing/2014/main" id="{B42A0AEF-CF3C-15D1-DCA3-60CF1EB36474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3" name="CaixaDeTexto 122">
              <a:extLst>
                <a:ext uri="{FF2B5EF4-FFF2-40B4-BE49-F238E27FC236}">
                  <a16:creationId xmlns:a16="http://schemas.microsoft.com/office/drawing/2014/main" id="{B81088D5-DCC7-8F1A-C1D6-0BF0A6A31834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Ermelino Matarazzo</a:t>
              </a:r>
            </a:p>
          </p:txBody>
        </p:sp>
      </p:grpSp>
      <p:grpSp>
        <p:nvGrpSpPr>
          <p:cNvPr id="124" name="Agrupar 123">
            <a:extLst>
              <a:ext uri="{FF2B5EF4-FFF2-40B4-BE49-F238E27FC236}">
                <a16:creationId xmlns:a16="http://schemas.microsoft.com/office/drawing/2014/main" id="{C9629063-99EF-3AFF-8DBC-CD284CE3CD93}"/>
              </a:ext>
            </a:extLst>
          </p:cNvPr>
          <p:cNvGrpSpPr/>
          <p:nvPr/>
        </p:nvGrpSpPr>
        <p:grpSpPr>
          <a:xfrm>
            <a:off x="5646425" y="472497"/>
            <a:ext cx="1361755" cy="4672380"/>
            <a:chOff x="1804833" y="1014862"/>
            <a:chExt cx="1361755" cy="4672380"/>
          </a:xfrm>
        </p:grpSpPr>
        <p:sp>
          <p:nvSpPr>
            <p:cNvPr id="125" name="Elipse 124">
              <a:extLst>
                <a:ext uri="{FF2B5EF4-FFF2-40B4-BE49-F238E27FC236}">
                  <a16:creationId xmlns:a16="http://schemas.microsoft.com/office/drawing/2014/main" id="{D77BDB40-C7F5-8281-F7EF-6BE28C347170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6" name="CaixaDeTexto 125">
              <a:extLst>
                <a:ext uri="{FF2B5EF4-FFF2-40B4-BE49-F238E27FC236}">
                  <a16:creationId xmlns:a16="http://schemas.microsoft.com/office/drawing/2014/main" id="{D169573E-29C1-E589-4913-286A65ECAF50}"/>
                </a:ext>
              </a:extLst>
            </p:cNvPr>
            <p:cNvSpPr txBox="1"/>
            <p:nvPr/>
          </p:nvSpPr>
          <p:spPr>
            <a:xfrm rot="18000000">
              <a:off x="654241" y="3157877"/>
              <a:ext cx="46553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São Miguel Paulista</a:t>
              </a:r>
              <a:endParaRPr lang="pt-BR" sz="1000" dirty="0"/>
            </a:p>
          </p:txBody>
        </p:sp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0137EF49-F589-332C-617B-FECAAB286D65}"/>
              </a:ext>
            </a:extLst>
          </p:cNvPr>
          <p:cNvGrpSpPr/>
          <p:nvPr/>
        </p:nvGrpSpPr>
        <p:grpSpPr>
          <a:xfrm>
            <a:off x="6029845" y="1704273"/>
            <a:ext cx="1031702" cy="3440604"/>
            <a:chOff x="1804833" y="2246638"/>
            <a:chExt cx="1031702" cy="3440604"/>
          </a:xfrm>
        </p:grpSpPr>
        <p:sp>
          <p:nvSpPr>
            <p:cNvPr id="128" name="Elipse 127">
              <a:extLst>
                <a:ext uri="{FF2B5EF4-FFF2-40B4-BE49-F238E27FC236}">
                  <a16:creationId xmlns:a16="http://schemas.microsoft.com/office/drawing/2014/main" id="{12F26C63-FDF5-0D34-4B62-4E8928CEFC1C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9" name="CaixaDeTexto 128">
              <a:extLst>
                <a:ext uri="{FF2B5EF4-FFF2-40B4-BE49-F238E27FC236}">
                  <a16:creationId xmlns:a16="http://schemas.microsoft.com/office/drawing/2014/main" id="{A2A14AF8-770A-0DA2-511C-4A8E1800A232}"/>
                </a:ext>
              </a:extLst>
            </p:cNvPr>
            <p:cNvSpPr txBox="1"/>
            <p:nvPr/>
          </p:nvSpPr>
          <p:spPr>
            <a:xfrm rot="18000000">
              <a:off x="984294" y="3729547"/>
              <a:ext cx="3335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Jardim Helena – Vila Mara</a:t>
              </a:r>
            </a:p>
          </p:txBody>
        </p:sp>
      </p:grpSp>
      <p:grpSp>
        <p:nvGrpSpPr>
          <p:cNvPr id="130" name="Agrupar 129">
            <a:extLst>
              <a:ext uri="{FF2B5EF4-FFF2-40B4-BE49-F238E27FC236}">
                <a16:creationId xmlns:a16="http://schemas.microsoft.com/office/drawing/2014/main" id="{CAE326D6-FAAA-2F50-8346-AFFEF4B86E83}"/>
              </a:ext>
            </a:extLst>
          </p:cNvPr>
          <p:cNvGrpSpPr/>
          <p:nvPr/>
        </p:nvGrpSpPr>
        <p:grpSpPr>
          <a:xfrm>
            <a:off x="6413265" y="2549839"/>
            <a:ext cx="805134" cy="2595038"/>
            <a:chOff x="1804833" y="3092204"/>
            <a:chExt cx="805134" cy="2595038"/>
          </a:xfrm>
        </p:grpSpPr>
        <p:sp>
          <p:nvSpPr>
            <p:cNvPr id="131" name="Elipse 130">
              <a:extLst>
                <a:ext uri="{FF2B5EF4-FFF2-40B4-BE49-F238E27FC236}">
                  <a16:creationId xmlns:a16="http://schemas.microsoft.com/office/drawing/2014/main" id="{221125BA-EED2-3258-C276-C2940F677792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2" name="CaixaDeTexto 131">
              <a:extLst>
                <a:ext uri="{FF2B5EF4-FFF2-40B4-BE49-F238E27FC236}">
                  <a16:creationId xmlns:a16="http://schemas.microsoft.com/office/drawing/2014/main" id="{CF37A05D-CE93-BE67-441B-41C6C7ABBCDE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Itaim Paulista</a:t>
              </a:r>
            </a:p>
          </p:txBody>
        </p:sp>
      </p:grp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9127B6F8-A9AD-F552-5162-E1BEB5C21207}"/>
              </a:ext>
            </a:extLst>
          </p:cNvPr>
          <p:cNvGrpSpPr/>
          <p:nvPr/>
        </p:nvGrpSpPr>
        <p:grpSpPr>
          <a:xfrm>
            <a:off x="6796685" y="2549839"/>
            <a:ext cx="805134" cy="2595038"/>
            <a:chOff x="1804833" y="3092204"/>
            <a:chExt cx="805134" cy="2595038"/>
          </a:xfrm>
        </p:grpSpPr>
        <p:sp>
          <p:nvSpPr>
            <p:cNvPr id="134" name="Elipse 133">
              <a:extLst>
                <a:ext uri="{FF2B5EF4-FFF2-40B4-BE49-F238E27FC236}">
                  <a16:creationId xmlns:a16="http://schemas.microsoft.com/office/drawing/2014/main" id="{56ED7FCC-CC28-EB93-E898-6D12EDD03D57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5" name="CaixaDeTexto 134">
              <a:extLst>
                <a:ext uri="{FF2B5EF4-FFF2-40B4-BE49-F238E27FC236}">
                  <a16:creationId xmlns:a16="http://schemas.microsoft.com/office/drawing/2014/main" id="{CB06D2F7-0053-0B10-7DE4-C4480A7A234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Jardim Romano</a:t>
              </a:r>
              <a:endParaRPr lang="pt-BR" sz="1000" dirty="0"/>
            </a:p>
          </p:txBody>
        </p:sp>
      </p:grpSp>
      <p:grpSp>
        <p:nvGrpSpPr>
          <p:cNvPr id="136" name="Agrupar 135">
            <a:extLst>
              <a:ext uri="{FF2B5EF4-FFF2-40B4-BE49-F238E27FC236}">
                <a16:creationId xmlns:a16="http://schemas.microsoft.com/office/drawing/2014/main" id="{87D64E89-6E12-4A80-5654-AE7457F8951A}"/>
              </a:ext>
            </a:extLst>
          </p:cNvPr>
          <p:cNvGrpSpPr/>
          <p:nvPr/>
        </p:nvGrpSpPr>
        <p:grpSpPr>
          <a:xfrm>
            <a:off x="7180874" y="1899375"/>
            <a:ext cx="979425" cy="3245502"/>
            <a:chOff x="1804833" y="2441740"/>
            <a:chExt cx="979425" cy="3245502"/>
          </a:xfrm>
        </p:grpSpPr>
        <p:sp>
          <p:nvSpPr>
            <p:cNvPr id="137" name="Elipse 136">
              <a:extLst>
                <a:ext uri="{FF2B5EF4-FFF2-40B4-BE49-F238E27FC236}">
                  <a16:creationId xmlns:a16="http://schemas.microsoft.com/office/drawing/2014/main" id="{116ED223-B798-5BC1-D9A0-9C0C2F769BB3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8" name="CaixaDeTexto 137">
              <a:extLst>
                <a:ext uri="{FF2B5EF4-FFF2-40B4-BE49-F238E27FC236}">
                  <a16:creationId xmlns:a16="http://schemas.microsoft.com/office/drawing/2014/main" id="{2ADDDB9A-8104-2620-9C67-77E82DBE61D1}"/>
                </a:ext>
              </a:extLst>
            </p:cNvPr>
            <p:cNvSpPr txBox="1"/>
            <p:nvPr/>
          </p:nvSpPr>
          <p:spPr>
            <a:xfrm rot="18000000">
              <a:off x="1036572" y="3820094"/>
              <a:ext cx="31260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Engenheiro Manoel Feio</a:t>
              </a:r>
            </a:p>
          </p:txBody>
        </p:sp>
      </p:grpSp>
      <p:grpSp>
        <p:nvGrpSpPr>
          <p:cNvPr id="139" name="Agrupar 138">
            <a:extLst>
              <a:ext uri="{FF2B5EF4-FFF2-40B4-BE49-F238E27FC236}">
                <a16:creationId xmlns:a16="http://schemas.microsoft.com/office/drawing/2014/main" id="{960B212B-6369-1F0C-3C49-17A0C06D5EEA}"/>
              </a:ext>
            </a:extLst>
          </p:cNvPr>
          <p:cNvGrpSpPr/>
          <p:nvPr/>
        </p:nvGrpSpPr>
        <p:grpSpPr>
          <a:xfrm>
            <a:off x="7566675" y="2549839"/>
            <a:ext cx="805134" cy="2595038"/>
            <a:chOff x="1804833" y="3092204"/>
            <a:chExt cx="805134" cy="2595038"/>
          </a:xfrm>
        </p:grpSpPr>
        <p:sp>
          <p:nvSpPr>
            <p:cNvPr id="140" name="Elipse 139">
              <a:extLst>
                <a:ext uri="{FF2B5EF4-FFF2-40B4-BE49-F238E27FC236}">
                  <a16:creationId xmlns:a16="http://schemas.microsoft.com/office/drawing/2014/main" id="{6FDD887A-9314-9F1C-4ADF-AC4FD91E0E0B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1" name="CaixaDeTexto 140">
              <a:extLst>
                <a:ext uri="{FF2B5EF4-FFF2-40B4-BE49-F238E27FC236}">
                  <a16:creationId xmlns:a16="http://schemas.microsoft.com/office/drawing/2014/main" id="{66D68BCB-422D-3086-A54A-15988644AECB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Itaquaquecetuba</a:t>
              </a:r>
            </a:p>
          </p:txBody>
        </p:sp>
      </p:grpSp>
      <p:grpSp>
        <p:nvGrpSpPr>
          <p:cNvPr id="142" name="Agrupar 141">
            <a:extLst>
              <a:ext uri="{FF2B5EF4-FFF2-40B4-BE49-F238E27FC236}">
                <a16:creationId xmlns:a16="http://schemas.microsoft.com/office/drawing/2014/main" id="{2A096F1A-D3FD-A54B-EE2F-C7ECA58D65E7}"/>
              </a:ext>
            </a:extLst>
          </p:cNvPr>
          <p:cNvGrpSpPr/>
          <p:nvPr/>
        </p:nvGrpSpPr>
        <p:grpSpPr>
          <a:xfrm>
            <a:off x="7952476" y="1785256"/>
            <a:ext cx="1010003" cy="3359621"/>
            <a:chOff x="1804833" y="2327621"/>
            <a:chExt cx="1010003" cy="3359621"/>
          </a:xfrm>
        </p:grpSpPr>
        <p:sp>
          <p:nvSpPr>
            <p:cNvPr id="143" name="Elipse 142">
              <a:extLst>
                <a:ext uri="{FF2B5EF4-FFF2-40B4-BE49-F238E27FC236}">
                  <a16:creationId xmlns:a16="http://schemas.microsoft.com/office/drawing/2014/main" id="{F07CF206-B1E0-1D03-A0B2-49061C0080E7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4" name="CaixaDeTexto 143">
              <a:extLst>
                <a:ext uri="{FF2B5EF4-FFF2-40B4-BE49-F238E27FC236}">
                  <a16:creationId xmlns:a16="http://schemas.microsoft.com/office/drawing/2014/main" id="{9966CAA4-AC93-8D4C-EDC7-E238C4CC74AF}"/>
                </a:ext>
              </a:extLst>
            </p:cNvPr>
            <p:cNvSpPr txBox="1"/>
            <p:nvPr/>
          </p:nvSpPr>
          <p:spPr>
            <a:xfrm rot="18000000">
              <a:off x="1005994" y="3767131"/>
              <a:ext cx="32483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Jacaré</a:t>
              </a:r>
            </a:p>
          </p:txBody>
        </p:sp>
      </p:grpSp>
      <p:grpSp>
        <p:nvGrpSpPr>
          <p:cNvPr id="145" name="Agrupar 144">
            <a:extLst>
              <a:ext uri="{FF2B5EF4-FFF2-40B4-BE49-F238E27FC236}">
                <a16:creationId xmlns:a16="http://schemas.microsoft.com/office/drawing/2014/main" id="{C866D0E0-2559-2A66-0E6E-125AB86F3DA8}"/>
              </a:ext>
            </a:extLst>
          </p:cNvPr>
          <p:cNvGrpSpPr/>
          <p:nvPr/>
        </p:nvGrpSpPr>
        <p:grpSpPr>
          <a:xfrm>
            <a:off x="8338858" y="2549839"/>
            <a:ext cx="805134" cy="2595038"/>
            <a:chOff x="1804833" y="3092204"/>
            <a:chExt cx="805134" cy="2595038"/>
          </a:xfrm>
        </p:grpSpPr>
        <p:sp>
          <p:nvSpPr>
            <p:cNvPr id="146" name="Elipse 145">
              <a:extLst>
                <a:ext uri="{FF2B5EF4-FFF2-40B4-BE49-F238E27FC236}">
                  <a16:creationId xmlns:a16="http://schemas.microsoft.com/office/drawing/2014/main" id="{B4870C34-190E-8383-C4C2-A8363EEF5CA8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7" name="CaixaDeTexto 146">
              <a:extLst>
                <a:ext uri="{FF2B5EF4-FFF2-40B4-BE49-F238E27FC236}">
                  <a16:creationId xmlns:a16="http://schemas.microsoft.com/office/drawing/2014/main" id="{5353F7E6-347A-E54E-3D7C-DBA7F981BF14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Calmon Viana</a:t>
              </a:r>
            </a:p>
          </p:txBody>
        </p:sp>
      </p:grpSp>
      <p:grpSp>
        <p:nvGrpSpPr>
          <p:cNvPr id="148" name="Agrupar 147">
            <a:extLst>
              <a:ext uri="{FF2B5EF4-FFF2-40B4-BE49-F238E27FC236}">
                <a16:creationId xmlns:a16="http://schemas.microsoft.com/office/drawing/2014/main" id="{4567FC3D-2538-DB9A-69C1-E5A4CDC3437D}"/>
              </a:ext>
            </a:extLst>
          </p:cNvPr>
          <p:cNvGrpSpPr/>
          <p:nvPr/>
        </p:nvGrpSpPr>
        <p:grpSpPr>
          <a:xfrm>
            <a:off x="4424838" y="5197194"/>
            <a:ext cx="389940" cy="246221"/>
            <a:chOff x="1965117" y="5189845"/>
            <a:chExt cx="389940" cy="246221"/>
          </a:xfrm>
        </p:grpSpPr>
        <p:sp>
          <p:nvSpPr>
            <p:cNvPr id="149" name="Elipse 148">
              <a:extLst>
                <a:ext uri="{FF2B5EF4-FFF2-40B4-BE49-F238E27FC236}">
                  <a16:creationId xmlns:a16="http://schemas.microsoft.com/office/drawing/2014/main" id="{AA134794-9402-3D97-E95A-0D882D724272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0B3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50" name="CaixaDeTexto 149">
              <a:extLst>
                <a:ext uri="{FF2B5EF4-FFF2-40B4-BE49-F238E27FC236}">
                  <a16:creationId xmlns:a16="http://schemas.microsoft.com/office/drawing/2014/main" id="{28F6B809-993D-F232-0D2C-5AA328CE87B5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13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0" name="Agrupar 159">
            <a:extLst>
              <a:ext uri="{FF2B5EF4-FFF2-40B4-BE49-F238E27FC236}">
                <a16:creationId xmlns:a16="http://schemas.microsoft.com/office/drawing/2014/main" id="{D8BD11FF-FCE2-1C34-16E2-0FE50F97C3D5}"/>
              </a:ext>
            </a:extLst>
          </p:cNvPr>
          <p:cNvGrpSpPr/>
          <p:nvPr/>
        </p:nvGrpSpPr>
        <p:grpSpPr>
          <a:xfrm>
            <a:off x="8275609" y="5197194"/>
            <a:ext cx="389940" cy="246221"/>
            <a:chOff x="1965117" y="5189845"/>
            <a:chExt cx="389940" cy="246221"/>
          </a:xfrm>
        </p:grpSpPr>
        <p:sp>
          <p:nvSpPr>
            <p:cNvPr id="161" name="Elipse 160">
              <a:extLst>
                <a:ext uri="{FF2B5EF4-FFF2-40B4-BE49-F238E27FC236}">
                  <a16:creationId xmlns:a16="http://schemas.microsoft.com/office/drawing/2014/main" id="{F6F75F0F-DAA5-48FC-DD21-7DDC647D325C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683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62" name="CaixaDeTexto 161">
              <a:extLst>
                <a:ext uri="{FF2B5EF4-FFF2-40B4-BE49-F238E27FC236}">
                  <a16:creationId xmlns:a16="http://schemas.microsoft.com/office/drawing/2014/main" id="{028A5823-F4C5-6076-D927-D3AA2CFDBD3F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11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3" name="Agrupar 162">
            <a:extLst>
              <a:ext uri="{FF2B5EF4-FFF2-40B4-BE49-F238E27FC236}">
                <a16:creationId xmlns:a16="http://schemas.microsoft.com/office/drawing/2014/main" id="{B2690078-DF96-23E9-ADC7-5E7223176C09}"/>
              </a:ext>
            </a:extLst>
          </p:cNvPr>
          <p:cNvGrpSpPr/>
          <p:nvPr/>
        </p:nvGrpSpPr>
        <p:grpSpPr>
          <a:xfrm>
            <a:off x="3663517" y="5805524"/>
            <a:ext cx="389940" cy="246221"/>
            <a:chOff x="1965117" y="5189845"/>
            <a:chExt cx="389940" cy="246221"/>
          </a:xfrm>
        </p:grpSpPr>
        <p:sp>
          <p:nvSpPr>
            <p:cNvPr id="164" name="Elipse 163">
              <a:extLst>
                <a:ext uri="{FF2B5EF4-FFF2-40B4-BE49-F238E27FC236}">
                  <a16:creationId xmlns:a16="http://schemas.microsoft.com/office/drawing/2014/main" id="{414054F5-A537-F61E-DCE8-1925ED251C84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683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65" name="CaixaDeTexto 164">
              <a:extLst>
                <a:ext uri="{FF2B5EF4-FFF2-40B4-BE49-F238E27FC236}">
                  <a16:creationId xmlns:a16="http://schemas.microsoft.com/office/drawing/2014/main" id="{FD2A4DFF-1247-3DC9-6692-CF7772F2F3F2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11</a:t>
              </a:r>
              <a:endParaRPr lang="pt-BR" sz="5400" dirty="0"/>
            </a:p>
          </p:txBody>
        </p:sp>
      </p:grp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AF49E68F-A8CC-6B01-1AC3-D9EDD836B219}"/>
              </a:ext>
            </a:extLst>
          </p:cNvPr>
          <p:cNvGrpSpPr/>
          <p:nvPr/>
        </p:nvGrpSpPr>
        <p:grpSpPr>
          <a:xfrm>
            <a:off x="3669565" y="5405553"/>
            <a:ext cx="389940" cy="246221"/>
            <a:chOff x="1965117" y="5189845"/>
            <a:chExt cx="389940" cy="246221"/>
          </a:xfrm>
        </p:grpSpPr>
        <p:sp>
          <p:nvSpPr>
            <p:cNvPr id="167" name="Elipse 166">
              <a:extLst>
                <a:ext uri="{FF2B5EF4-FFF2-40B4-BE49-F238E27FC236}">
                  <a16:creationId xmlns:a16="http://schemas.microsoft.com/office/drawing/2014/main" id="{E84FC3BF-15A0-B3CC-9DE2-B343EF678683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CA01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68" name="CaixaDeTexto 167">
              <a:extLst>
                <a:ext uri="{FF2B5EF4-FFF2-40B4-BE49-F238E27FC236}">
                  <a16:creationId xmlns:a16="http://schemas.microsoft.com/office/drawing/2014/main" id="{433F9677-0EAA-09F4-D89D-9B959508EB6C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7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9" name="Agrupar 168">
            <a:extLst>
              <a:ext uri="{FF2B5EF4-FFF2-40B4-BE49-F238E27FC236}">
                <a16:creationId xmlns:a16="http://schemas.microsoft.com/office/drawing/2014/main" id="{A75077C3-852F-E92D-0DD4-4AFBE1D54117}"/>
              </a:ext>
            </a:extLst>
          </p:cNvPr>
          <p:cNvGrpSpPr/>
          <p:nvPr/>
        </p:nvGrpSpPr>
        <p:grpSpPr>
          <a:xfrm>
            <a:off x="3670660" y="5604487"/>
            <a:ext cx="389940" cy="246221"/>
            <a:chOff x="1965117" y="5189845"/>
            <a:chExt cx="389940" cy="246221"/>
          </a:xfrm>
        </p:grpSpPr>
        <p:sp>
          <p:nvSpPr>
            <p:cNvPr id="170" name="Elipse 169">
              <a:extLst>
                <a:ext uri="{FF2B5EF4-FFF2-40B4-BE49-F238E27FC236}">
                  <a16:creationId xmlns:a16="http://schemas.microsoft.com/office/drawing/2014/main" id="{4BD9730D-7F8D-EAF9-E199-5E1E30EAD25C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49F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71" name="CaixaDeTexto 170">
              <a:extLst>
                <a:ext uri="{FF2B5EF4-FFF2-40B4-BE49-F238E27FC236}">
                  <a16:creationId xmlns:a16="http://schemas.microsoft.com/office/drawing/2014/main" id="{C2FF6949-A394-6CE2-BFC6-6D58117B1C15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>
                  <a:solidFill>
                    <a:schemeClr val="bg1"/>
                  </a:solidFill>
                </a:rPr>
                <a:t>10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2" name="Agrupar 171">
            <a:extLst>
              <a:ext uri="{FF2B5EF4-FFF2-40B4-BE49-F238E27FC236}">
                <a16:creationId xmlns:a16="http://schemas.microsoft.com/office/drawing/2014/main" id="{00300099-9B07-75B1-A14A-B47366A3EE4B}"/>
              </a:ext>
            </a:extLst>
          </p:cNvPr>
          <p:cNvGrpSpPr/>
          <p:nvPr/>
        </p:nvGrpSpPr>
        <p:grpSpPr>
          <a:xfrm>
            <a:off x="3668078" y="5996256"/>
            <a:ext cx="389940" cy="246221"/>
            <a:chOff x="1965117" y="5189845"/>
            <a:chExt cx="389940" cy="246221"/>
          </a:xfrm>
        </p:grpSpPr>
        <p:sp>
          <p:nvSpPr>
            <p:cNvPr id="173" name="Elipse 172">
              <a:extLst>
                <a:ext uri="{FF2B5EF4-FFF2-40B4-BE49-F238E27FC236}">
                  <a16:creationId xmlns:a16="http://schemas.microsoft.com/office/drawing/2014/main" id="{4C150FCA-E665-BADB-97E6-491339841577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0B3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74" name="CaixaDeTexto 173">
              <a:extLst>
                <a:ext uri="{FF2B5EF4-FFF2-40B4-BE49-F238E27FC236}">
                  <a16:creationId xmlns:a16="http://schemas.microsoft.com/office/drawing/2014/main" id="{1FFC7355-6546-E580-9405-7451869EF2D0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13</a:t>
              </a:r>
              <a:endParaRPr lang="pt-BR" sz="5400" dirty="0"/>
            </a:p>
          </p:txBody>
        </p:sp>
      </p:grpSp>
      <p:grpSp>
        <p:nvGrpSpPr>
          <p:cNvPr id="175" name="Agrupar 174">
            <a:extLst>
              <a:ext uri="{FF2B5EF4-FFF2-40B4-BE49-F238E27FC236}">
                <a16:creationId xmlns:a16="http://schemas.microsoft.com/office/drawing/2014/main" id="{70943CB8-EF5D-1478-40C4-8A18CCBBDA6F}"/>
              </a:ext>
            </a:extLst>
          </p:cNvPr>
          <p:cNvGrpSpPr/>
          <p:nvPr/>
        </p:nvGrpSpPr>
        <p:grpSpPr>
          <a:xfrm>
            <a:off x="3671308" y="5198103"/>
            <a:ext cx="389940" cy="246221"/>
            <a:chOff x="1965117" y="5189845"/>
            <a:chExt cx="389940" cy="246221"/>
          </a:xfrm>
        </p:grpSpPr>
        <p:sp>
          <p:nvSpPr>
            <p:cNvPr id="176" name="Elipse 175">
              <a:extLst>
                <a:ext uri="{FF2B5EF4-FFF2-40B4-BE49-F238E27FC236}">
                  <a16:creationId xmlns:a16="http://schemas.microsoft.com/office/drawing/2014/main" id="{6FA54385-8C55-4D6B-FF4F-8F3D7D5D8710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EE37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77" name="CaixaDeTexto 176">
              <a:extLst>
                <a:ext uri="{FF2B5EF4-FFF2-40B4-BE49-F238E27FC236}">
                  <a16:creationId xmlns:a16="http://schemas.microsoft.com/office/drawing/2014/main" id="{5889DF68-52CB-0245-3598-3C06CC96C2C0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3</a:t>
              </a:r>
              <a:endParaRPr lang="pt-BR" sz="5400" dirty="0"/>
            </a:p>
          </p:txBody>
        </p:sp>
      </p:grpSp>
      <p:grpSp>
        <p:nvGrpSpPr>
          <p:cNvPr id="178" name="Agrupar 177">
            <a:extLst>
              <a:ext uri="{FF2B5EF4-FFF2-40B4-BE49-F238E27FC236}">
                <a16:creationId xmlns:a16="http://schemas.microsoft.com/office/drawing/2014/main" id="{EC3068A7-1C01-FBD3-94DC-C192CD7E32B7}"/>
              </a:ext>
            </a:extLst>
          </p:cNvPr>
          <p:cNvGrpSpPr/>
          <p:nvPr/>
        </p:nvGrpSpPr>
        <p:grpSpPr>
          <a:xfrm>
            <a:off x="4048695" y="5198948"/>
            <a:ext cx="389940" cy="246221"/>
            <a:chOff x="1965117" y="5189845"/>
            <a:chExt cx="389940" cy="246221"/>
          </a:xfrm>
        </p:grpSpPr>
        <p:sp>
          <p:nvSpPr>
            <p:cNvPr id="179" name="Elipse 178">
              <a:extLst>
                <a:ext uri="{FF2B5EF4-FFF2-40B4-BE49-F238E27FC236}">
                  <a16:creationId xmlns:a16="http://schemas.microsoft.com/office/drawing/2014/main" id="{1BEC89E7-B8D7-E80E-1387-5155F72B8016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EE37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80" name="CaixaDeTexto 179">
              <a:extLst>
                <a:ext uri="{FF2B5EF4-FFF2-40B4-BE49-F238E27FC236}">
                  <a16:creationId xmlns:a16="http://schemas.microsoft.com/office/drawing/2014/main" id="{0DFB71C1-A198-F824-319C-92E03B4C028C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3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81" name="Agrupar 180">
            <a:extLst>
              <a:ext uri="{FF2B5EF4-FFF2-40B4-BE49-F238E27FC236}">
                <a16:creationId xmlns:a16="http://schemas.microsoft.com/office/drawing/2014/main" id="{1AC5E2EA-7216-F333-AC3A-E98DA2995DE6}"/>
              </a:ext>
            </a:extLst>
          </p:cNvPr>
          <p:cNvGrpSpPr/>
          <p:nvPr/>
        </p:nvGrpSpPr>
        <p:grpSpPr>
          <a:xfrm>
            <a:off x="4048695" y="5398529"/>
            <a:ext cx="389940" cy="246221"/>
            <a:chOff x="1965117" y="5189845"/>
            <a:chExt cx="389940" cy="246221"/>
          </a:xfrm>
        </p:grpSpPr>
        <p:sp>
          <p:nvSpPr>
            <p:cNvPr id="182" name="Elipse 181">
              <a:extLst>
                <a:ext uri="{FF2B5EF4-FFF2-40B4-BE49-F238E27FC236}">
                  <a16:creationId xmlns:a16="http://schemas.microsoft.com/office/drawing/2014/main" id="{C3A58389-2132-C205-7F3F-F4515FB1CF33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683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83" name="CaixaDeTexto 182">
              <a:extLst>
                <a:ext uri="{FF2B5EF4-FFF2-40B4-BE49-F238E27FC236}">
                  <a16:creationId xmlns:a16="http://schemas.microsoft.com/office/drawing/2014/main" id="{EB31FBE9-D024-FF9B-8288-809424D0AC50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11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4" name="CaixaDeTexto 183">
            <a:extLst>
              <a:ext uri="{FF2B5EF4-FFF2-40B4-BE49-F238E27FC236}">
                <a16:creationId xmlns:a16="http://schemas.microsoft.com/office/drawing/2014/main" id="{F1CCB25E-74E2-9FFD-4C46-77B97763AE10}"/>
              </a:ext>
            </a:extLst>
          </p:cNvPr>
          <p:cNvSpPr txBox="1"/>
          <p:nvPr/>
        </p:nvSpPr>
        <p:spPr>
          <a:xfrm>
            <a:off x="0" y="6560456"/>
            <a:ext cx="12191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Aptos Narrow" panose="020B0004020202020204" pitchFamily="34" charset="0"/>
              </a:rPr>
              <a:t>Created</a:t>
            </a:r>
            <a:r>
              <a:rPr lang="pt-BR" sz="1400" dirty="0">
                <a:latin typeface="Aptos Narrow" panose="020B0004020202020204" pitchFamily="34" charset="0"/>
              </a:rPr>
              <a:t> </a:t>
            </a:r>
            <a:r>
              <a:rPr lang="pt-BR" sz="1400" dirty="0" err="1">
                <a:latin typeface="Aptos Narrow" panose="020B0004020202020204" pitchFamily="34" charset="0"/>
              </a:rPr>
              <a:t>by</a:t>
            </a:r>
            <a:r>
              <a:rPr lang="pt-BR" sz="1400" dirty="0">
                <a:latin typeface="Aptos Narrow" panose="020B0004020202020204" pitchFamily="34" charset="0"/>
              </a:rPr>
              <a:t> Sampa-4-u</a:t>
            </a:r>
          </a:p>
        </p:txBody>
      </p:sp>
      <p:pic>
        <p:nvPicPr>
          <p:cNvPr id="185" name="Imagem 184" descr="Ícone&#10;&#10;Descrição gerada automaticamente">
            <a:extLst>
              <a:ext uri="{FF2B5EF4-FFF2-40B4-BE49-F238E27FC236}">
                <a16:creationId xmlns:a16="http://schemas.microsoft.com/office/drawing/2014/main" id="{E6DB10B8-80C2-8BFF-A721-46A915032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54" y="6577291"/>
            <a:ext cx="274105" cy="274105"/>
          </a:xfrm>
          <a:prstGeom prst="rect">
            <a:avLst/>
          </a:prstGeom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id="{99ED75A9-5A74-5692-A50E-C6981BB0C338}"/>
              </a:ext>
            </a:extLst>
          </p:cNvPr>
          <p:cNvGrpSpPr/>
          <p:nvPr/>
        </p:nvGrpSpPr>
        <p:grpSpPr>
          <a:xfrm>
            <a:off x="8671049" y="5208136"/>
            <a:ext cx="389940" cy="246221"/>
            <a:chOff x="1965117" y="5189845"/>
            <a:chExt cx="389940" cy="246221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C1A3A57F-4F61-E003-70DB-58829B4F3D82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683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EAFB9BE7-029D-DAE8-2223-16AC74A2DBEE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11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7A816E2E-8470-2463-D9E5-B2FE31C94FA9}"/>
              </a:ext>
            </a:extLst>
          </p:cNvPr>
          <p:cNvGrpSpPr/>
          <p:nvPr/>
        </p:nvGrpSpPr>
        <p:grpSpPr>
          <a:xfrm>
            <a:off x="8725240" y="2549839"/>
            <a:ext cx="805134" cy="2595038"/>
            <a:chOff x="1804833" y="3092204"/>
            <a:chExt cx="805134" cy="2595038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A635F806-8FB2-3B13-52A6-04A405C1EE6D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15DE870A-1EF3-5D47-1BC2-770AC40E44F6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Suzano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7173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tângulo 82">
            <a:extLst>
              <a:ext uri="{FF2B5EF4-FFF2-40B4-BE49-F238E27FC236}">
                <a16:creationId xmlns:a16="http://schemas.microsoft.com/office/drawing/2014/main" id="{36BCAB50-DFAF-D3A1-5B8B-2EE5F785851E}"/>
              </a:ext>
            </a:extLst>
          </p:cNvPr>
          <p:cNvSpPr/>
          <p:nvPr/>
        </p:nvSpPr>
        <p:spPr>
          <a:xfrm>
            <a:off x="0" y="4926106"/>
            <a:ext cx="12192000" cy="259976"/>
          </a:xfrm>
          <a:prstGeom prst="rect">
            <a:avLst/>
          </a:prstGeom>
          <a:solidFill>
            <a:srgbClr val="00B3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84" name="Agrupar 83">
            <a:extLst>
              <a:ext uri="{FF2B5EF4-FFF2-40B4-BE49-F238E27FC236}">
                <a16:creationId xmlns:a16="http://schemas.microsoft.com/office/drawing/2014/main" id="{40F57550-3CFD-E1CF-9BFA-4F75383F941F}"/>
              </a:ext>
            </a:extLst>
          </p:cNvPr>
          <p:cNvGrpSpPr/>
          <p:nvPr/>
        </p:nvGrpSpPr>
        <p:grpSpPr>
          <a:xfrm>
            <a:off x="5064507" y="2549839"/>
            <a:ext cx="805134" cy="2595038"/>
            <a:chOff x="1804833" y="3092204"/>
            <a:chExt cx="805134" cy="2595038"/>
          </a:xfrm>
        </p:grpSpPr>
        <p:sp>
          <p:nvSpPr>
            <p:cNvPr id="85" name="Elipse 84">
              <a:extLst>
                <a:ext uri="{FF2B5EF4-FFF2-40B4-BE49-F238E27FC236}">
                  <a16:creationId xmlns:a16="http://schemas.microsoft.com/office/drawing/2014/main" id="{0EBCEDFF-B383-C28D-AC17-69D8F6114EC4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6" name="CaixaDeTexto 85">
              <a:extLst>
                <a:ext uri="{FF2B5EF4-FFF2-40B4-BE49-F238E27FC236}">
                  <a16:creationId xmlns:a16="http://schemas.microsoft.com/office/drawing/2014/main" id="{F0D74D54-97C1-85E7-5E18-918785EFF5EE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Palmeiras – Barra Funda</a:t>
              </a:r>
            </a:p>
          </p:txBody>
        </p:sp>
      </p:grpSp>
      <p:grpSp>
        <p:nvGrpSpPr>
          <p:cNvPr id="87" name="Agrupar 86">
            <a:extLst>
              <a:ext uri="{FF2B5EF4-FFF2-40B4-BE49-F238E27FC236}">
                <a16:creationId xmlns:a16="http://schemas.microsoft.com/office/drawing/2014/main" id="{6A9B546B-06DB-0A8A-DF0A-FB5ED14C8BB1}"/>
              </a:ext>
            </a:extLst>
          </p:cNvPr>
          <p:cNvGrpSpPr/>
          <p:nvPr/>
        </p:nvGrpSpPr>
        <p:grpSpPr>
          <a:xfrm>
            <a:off x="5447927" y="2549839"/>
            <a:ext cx="805134" cy="2595038"/>
            <a:chOff x="1804833" y="3092204"/>
            <a:chExt cx="805134" cy="2595038"/>
          </a:xfrm>
        </p:grpSpPr>
        <p:sp>
          <p:nvSpPr>
            <p:cNvPr id="88" name="Elipse 87">
              <a:extLst>
                <a:ext uri="{FF2B5EF4-FFF2-40B4-BE49-F238E27FC236}">
                  <a16:creationId xmlns:a16="http://schemas.microsoft.com/office/drawing/2014/main" id="{0B5D98CE-9AFA-89AE-DE85-96A21E5FEAA1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9" name="CaixaDeTexto 88">
              <a:extLst>
                <a:ext uri="{FF2B5EF4-FFF2-40B4-BE49-F238E27FC236}">
                  <a16:creationId xmlns:a16="http://schemas.microsoft.com/office/drawing/2014/main" id="{8A63B3EB-37E2-8E83-CF57-97A70F514BCB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Luz</a:t>
              </a:r>
            </a:p>
          </p:txBody>
        </p:sp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6C833651-DDCD-27C9-7925-D103AADBECF1}"/>
              </a:ext>
            </a:extLst>
          </p:cNvPr>
          <p:cNvGrpSpPr/>
          <p:nvPr/>
        </p:nvGrpSpPr>
        <p:grpSpPr>
          <a:xfrm>
            <a:off x="5833728" y="1917405"/>
            <a:ext cx="974594" cy="3227472"/>
            <a:chOff x="1804833" y="2459770"/>
            <a:chExt cx="974594" cy="3227472"/>
          </a:xfrm>
        </p:grpSpPr>
        <p:sp>
          <p:nvSpPr>
            <p:cNvPr id="91" name="Elipse 90">
              <a:extLst>
                <a:ext uri="{FF2B5EF4-FFF2-40B4-BE49-F238E27FC236}">
                  <a16:creationId xmlns:a16="http://schemas.microsoft.com/office/drawing/2014/main" id="{A96F1940-2DF4-353C-6BE9-E51BC80FE9F5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2" name="CaixaDeTexto 91">
              <a:extLst>
                <a:ext uri="{FF2B5EF4-FFF2-40B4-BE49-F238E27FC236}">
                  <a16:creationId xmlns:a16="http://schemas.microsoft.com/office/drawing/2014/main" id="{BB760785-6643-1513-3CB5-C316EC20A77B}"/>
                </a:ext>
              </a:extLst>
            </p:cNvPr>
            <p:cNvSpPr txBox="1"/>
            <p:nvPr/>
          </p:nvSpPr>
          <p:spPr>
            <a:xfrm rot="18000000">
              <a:off x="1041403" y="3828462"/>
              <a:ext cx="31067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Brás</a:t>
              </a:r>
            </a:p>
          </p:txBody>
        </p:sp>
      </p:grpSp>
      <p:grpSp>
        <p:nvGrpSpPr>
          <p:cNvPr id="93" name="Agrupar 92">
            <a:extLst>
              <a:ext uri="{FF2B5EF4-FFF2-40B4-BE49-F238E27FC236}">
                <a16:creationId xmlns:a16="http://schemas.microsoft.com/office/drawing/2014/main" id="{3E3D9E9A-076B-50D1-D1E9-9283EC8AAF25}"/>
              </a:ext>
            </a:extLst>
          </p:cNvPr>
          <p:cNvGrpSpPr/>
          <p:nvPr/>
        </p:nvGrpSpPr>
        <p:grpSpPr>
          <a:xfrm>
            <a:off x="6219529" y="1128330"/>
            <a:ext cx="1186026" cy="4016547"/>
            <a:chOff x="1804833" y="1670695"/>
            <a:chExt cx="1186026" cy="4016547"/>
          </a:xfrm>
        </p:grpSpPr>
        <p:sp>
          <p:nvSpPr>
            <p:cNvPr id="94" name="Elipse 93">
              <a:extLst>
                <a:ext uri="{FF2B5EF4-FFF2-40B4-BE49-F238E27FC236}">
                  <a16:creationId xmlns:a16="http://schemas.microsoft.com/office/drawing/2014/main" id="{8A2F11FD-52AB-3B75-4055-6652E5154D35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5" name="CaixaDeTexto 94">
              <a:extLst>
                <a:ext uri="{FF2B5EF4-FFF2-40B4-BE49-F238E27FC236}">
                  <a16:creationId xmlns:a16="http://schemas.microsoft.com/office/drawing/2014/main" id="{28446B18-11B3-3F74-2EC3-511DB5281F29}"/>
                </a:ext>
              </a:extLst>
            </p:cNvPr>
            <p:cNvSpPr txBox="1"/>
            <p:nvPr/>
          </p:nvSpPr>
          <p:spPr>
            <a:xfrm rot="18000000">
              <a:off x="829971" y="3462251"/>
              <a:ext cx="39524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Engenheiro Goulart</a:t>
              </a:r>
            </a:p>
          </p:txBody>
        </p:sp>
      </p:grpSp>
      <p:grpSp>
        <p:nvGrpSpPr>
          <p:cNvPr id="96" name="Agrupar 95">
            <a:extLst>
              <a:ext uri="{FF2B5EF4-FFF2-40B4-BE49-F238E27FC236}">
                <a16:creationId xmlns:a16="http://schemas.microsoft.com/office/drawing/2014/main" id="{054E53DB-48F1-2073-E65F-32FB99D4FAE7}"/>
              </a:ext>
            </a:extLst>
          </p:cNvPr>
          <p:cNvGrpSpPr/>
          <p:nvPr/>
        </p:nvGrpSpPr>
        <p:grpSpPr>
          <a:xfrm>
            <a:off x="6605330" y="2549839"/>
            <a:ext cx="805134" cy="2595038"/>
            <a:chOff x="1804833" y="3092204"/>
            <a:chExt cx="805134" cy="2595038"/>
          </a:xfrm>
        </p:grpSpPr>
        <p:sp>
          <p:nvSpPr>
            <p:cNvPr id="97" name="Elipse 96">
              <a:extLst>
                <a:ext uri="{FF2B5EF4-FFF2-40B4-BE49-F238E27FC236}">
                  <a16:creationId xmlns:a16="http://schemas.microsoft.com/office/drawing/2014/main" id="{DEBA3BA0-2529-5999-8720-0B0F67B6A08C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8" name="CaixaDeTexto 97">
              <a:extLst>
                <a:ext uri="{FF2B5EF4-FFF2-40B4-BE49-F238E27FC236}">
                  <a16:creationId xmlns:a16="http://schemas.microsoft.com/office/drawing/2014/main" id="{242D594A-BA33-44D0-2D97-133D990B96C9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Guarulhos - CECAP</a:t>
              </a:r>
            </a:p>
          </p:txBody>
        </p:sp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8C31D29C-7FCD-B962-26A8-4B75520C9275}"/>
              </a:ext>
            </a:extLst>
          </p:cNvPr>
          <p:cNvGrpSpPr/>
          <p:nvPr/>
        </p:nvGrpSpPr>
        <p:grpSpPr>
          <a:xfrm>
            <a:off x="6991131" y="2549839"/>
            <a:ext cx="805134" cy="2595038"/>
            <a:chOff x="1804833" y="3092204"/>
            <a:chExt cx="805134" cy="2595038"/>
          </a:xfrm>
        </p:grpSpPr>
        <p:sp>
          <p:nvSpPr>
            <p:cNvPr id="100" name="Elipse 99">
              <a:extLst>
                <a:ext uri="{FF2B5EF4-FFF2-40B4-BE49-F238E27FC236}">
                  <a16:creationId xmlns:a16="http://schemas.microsoft.com/office/drawing/2014/main" id="{5688F70E-1587-808F-684B-31CF1943AA27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1" name="CaixaDeTexto 100">
              <a:extLst>
                <a:ext uri="{FF2B5EF4-FFF2-40B4-BE49-F238E27FC236}">
                  <a16:creationId xmlns:a16="http://schemas.microsoft.com/office/drawing/2014/main" id="{5AAAE599-2DDD-4E64-1258-58F7EB22BFD6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Aeroporto - Guarulhos</a:t>
              </a:r>
            </a:p>
          </p:txBody>
        </p:sp>
      </p:grpSp>
      <p:grpSp>
        <p:nvGrpSpPr>
          <p:cNvPr id="123" name="Agrupar 122">
            <a:extLst>
              <a:ext uri="{FF2B5EF4-FFF2-40B4-BE49-F238E27FC236}">
                <a16:creationId xmlns:a16="http://schemas.microsoft.com/office/drawing/2014/main" id="{0AD409F0-4C54-6695-E651-19751A24CC37}"/>
              </a:ext>
            </a:extLst>
          </p:cNvPr>
          <p:cNvGrpSpPr/>
          <p:nvPr/>
        </p:nvGrpSpPr>
        <p:grpSpPr>
          <a:xfrm>
            <a:off x="5015048" y="5195086"/>
            <a:ext cx="389940" cy="246221"/>
            <a:chOff x="1965117" y="5189845"/>
            <a:chExt cx="389940" cy="246221"/>
          </a:xfrm>
        </p:grpSpPr>
        <p:sp>
          <p:nvSpPr>
            <p:cNvPr id="124" name="Elipse 123">
              <a:extLst>
                <a:ext uri="{FF2B5EF4-FFF2-40B4-BE49-F238E27FC236}">
                  <a16:creationId xmlns:a16="http://schemas.microsoft.com/office/drawing/2014/main" id="{928EA648-8026-DBB3-A1A9-BA4594797E4C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EE37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25" name="CaixaDeTexto 124">
              <a:extLst>
                <a:ext uri="{FF2B5EF4-FFF2-40B4-BE49-F238E27FC236}">
                  <a16:creationId xmlns:a16="http://schemas.microsoft.com/office/drawing/2014/main" id="{1EE7EDD1-EC73-E6CB-553A-3B551DD484E0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3</a:t>
              </a:r>
              <a:endParaRPr lang="pt-BR" sz="5400" dirty="0"/>
            </a:p>
          </p:txBody>
        </p:sp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69E6B85C-D8C8-347F-A8FC-120698204CE5}"/>
              </a:ext>
            </a:extLst>
          </p:cNvPr>
          <p:cNvGrpSpPr/>
          <p:nvPr/>
        </p:nvGrpSpPr>
        <p:grpSpPr>
          <a:xfrm>
            <a:off x="5011285" y="5406770"/>
            <a:ext cx="389940" cy="246221"/>
            <a:chOff x="1965117" y="5189845"/>
            <a:chExt cx="389940" cy="246221"/>
          </a:xfrm>
        </p:grpSpPr>
        <p:sp>
          <p:nvSpPr>
            <p:cNvPr id="127" name="Elipse 126">
              <a:extLst>
                <a:ext uri="{FF2B5EF4-FFF2-40B4-BE49-F238E27FC236}">
                  <a16:creationId xmlns:a16="http://schemas.microsoft.com/office/drawing/2014/main" id="{A15882A5-8488-CD54-8BF4-41985D4D62F6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CA01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28" name="CaixaDeTexto 127">
              <a:extLst>
                <a:ext uri="{FF2B5EF4-FFF2-40B4-BE49-F238E27FC236}">
                  <a16:creationId xmlns:a16="http://schemas.microsoft.com/office/drawing/2014/main" id="{2219FDF5-5C0C-85EA-4862-994C798D5D9B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7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9" name="Agrupar 128">
            <a:extLst>
              <a:ext uri="{FF2B5EF4-FFF2-40B4-BE49-F238E27FC236}">
                <a16:creationId xmlns:a16="http://schemas.microsoft.com/office/drawing/2014/main" id="{B2655CC4-BBC9-58BC-EA91-AB455932E5CE}"/>
              </a:ext>
            </a:extLst>
          </p:cNvPr>
          <p:cNvGrpSpPr/>
          <p:nvPr/>
        </p:nvGrpSpPr>
        <p:grpSpPr>
          <a:xfrm>
            <a:off x="5013132" y="5601774"/>
            <a:ext cx="389940" cy="246221"/>
            <a:chOff x="1965117" y="5189845"/>
            <a:chExt cx="389940" cy="246221"/>
          </a:xfrm>
        </p:grpSpPr>
        <p:sp>
          <p:nvSpPr>
            <p:cNvPr id="130" name="Elipse 129">
              <a:extLst>
                <a:ext uri="{FF2B5EF4-FFF2-40B4-BE49-F238E27FC236}">
                  <a16:creationId xmlns:a16="http://schemas.microsoft.com/office/drawing/2014/main" id="{8B1512FF-93B6-5CA7-620F-3E201816D92E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97A09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31" name="CaixaDeTexto 130">
              <a:extLst>
                <a:ext uri="{FF2B5EF4-FFF2-40B4-BE49-F238E27FC236}">
                  <a16:creationId xmlns:a16="http://schemas.microsoft.com/office/drawing/2014/main" id="{9EA10026-D7AE-EBEE-8BC9-352FD19F6763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8</a:t>
              </a:r>
              <a:endParaRPr lang="pt-BR" sz="5400" dirty="0"/>
            </a:p>
          </p:txBody>
        </p:sp>
      </p:grpSp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49173732-1CB1-48D2-7A37-16F792E198DB}"/>
              </a:ext>
            </a:extLst>
          </p:cNvPr>
          <p:cNvGrpSpPr/>
          <p:nvPr/>
        </p:nvGrpSpPr>
        <p:grpSpPr>
          <a:xfrm>
            <a:off x="5771717" y="5805524"/>
            <a:ext cx="389940" cy="246221"/>
            <a:chOff x="1965117" y="5189845"/>
            <a:chExt cx="389940" cy="246221"/>
          </a:xfrm>
        </p:grpSpPr>
        <p:sp>
          <p:nvSpPr>
            <p:cNvPr id="133" name="Elipse 132">
              <a:extLst>
                <a:ext uri="{FF2B5EF4-FFF2-40B4-BE49-F238E27FC236}">
                  <a16:creationId xmlns:a16="http://schemas.microsoft.com/office/drawing/2014/main" id="{0CCAE20C-F46D-E733-4D2A-26FC8D3F4E7B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683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34" name="CaixaDeTexto 133">
              <a:extLst>
                <a:ext uri="{FF2B5EF4-FFF2-40B4-BE49-F238E27FC236}">
                  <a16:creationId xmlns:a16="http://schemas.microsoft.com/office/drawing/2014/main" id="{EA40549D-C016-92E9-C048-41B7AFA81729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11</a:t>
              </a:r>
              <a:endParaRPr lang="pt-BR" sz="5400" dirty="0"/>
            </a:p>
          </p:txBody>
        </p:sp>
      </p:grpSp>
      <p:grpSp>
        <p:nvGrpSpPr>
          <p:cNvPr id="135" name="Agrupar 134">
            <a:extLst>
              <a:ext uri="{FF2B5EF4-FFF2-40B4-BE49-F238E27FC236}">
                <a16:creationId xmlns:a16="http://schemas.microsoft.com/office/drawing/2014/main" id="{1E5432EB-DD55-3734-DD8B-12E3D36C7E46}"/>
              </a:ext>
            </a:extLst>
          </p:cNvPr>
          <p:cNvGrpSpPr/>
          <p:nvPr/>
        </p:nvGrpSpPr>
        <p:grpSpPr>
          <a:xfrm>
            <a:off x="5777765" y="5405553"/>
            <a:ext cx="389940" cy="246221"/>
            <a:chOff x="1965117" y="5189845"/>
            <a:chExt cx="389940" cy="246221"/>
          </a:xfrm>
        </p:grpSpPr>
        <p:sp>
          <p:nvSpPr>
            <p:cNvPr id="136" name="Elipse 135">
              <a:extLst>
                <a:ext uri="{FF2B5EF4-FFF2-40B4-BE49-F238E27FC236}">
                  <a16:creationId xmlns:a16="http://schemas.microsoft.com/office/drawing/2014/main" id="{481CB1FD-8E64-CE6A-57D5-46A79D4C5ECC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CA01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37" name="CaixaDeTexto 136">
              <a:extLst>
                <a:ext uri="{FF2B5EF4-FFF2-40B4-BE49-F238E27FC236}">
                  <a16:creationId xmlns:a16="http://schemas.microsoft.com/office/drawing/2014/main" id="{A487B0A5-714C-F570-DFD3-D9DD001A5E9A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7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8" name="Agrupar 137">
            <a:extLst>
              <a:ext uri="{FF2B5EF4-FFF2-40B4-BE49-F238E27FC236}">
                <a16:creationId xmlns:a16="http://schemas.microsoft.com/office/drawing/2014/main" id="{4BA32BDB-9A06-2058-E5D4-8AF0FC2883AA}"/>
              </a:ext>
            </a:extLst>
          </p:cNvPr>
          <p:cNvGrpSpPr/>
          <p:nvPr/>
        </p:nvGrpSpPr>
        <p:grpSpPr>
          <a:xfrm>
            <a:off x="5778860" y="5604487"/>
            <a:ext cx="389940" cy="246221"/>
            <a:chOff x="1965117" y="5189845"/>
            <a:chExt cx="389940" cy="246221"/>
          </a:xfrm>
        </p:grpSpPr>
        <p:sp>
          <p:nvSpPr>
            <p:cNvPr id="139" name="Elipse 138">
              <a:extLst>
                <a:ext uri="{FF2B5EF4-FFF2-40B4-BE49-F238E27FC236}">
                  <a16:creationId xmlns:a16="http://schemas.microsoft.com/office/drawing/2014/main" id="{3E20EBE0-77E5-5215-79FF-4092136DABF2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49F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40" name="CaixaDeTexto 139">
              <a:extLst>
                <a:ext uri="{FF2B5EF4-FFF2-40B4-BE49-F238E27FC236}">
                  <a16:creationId xmlns:a16="http://schemas.microsoft.com/office/drawing/2014/main" id="{C3FE37E5-B341-FA88-6AEE-D0E9C1E6A4D3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10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1" name="Agrupar 140">
            <a:extLst>
              <a:ext uri="{FF2B5EF4-FFF2-40B4-BE49-F238E27FC236}">
                <a16:creationId xmlns:a16="http://schemas.microsoft.com/office/drawing/2014/main" id="{C401BC8A-F8E5-DCCB-E40F-C79AF0713657}"/>
              </a:ext>
            </a:extLst>
          </p:cNvPr>
          <p:cNvGrpSpPr/>
          <p:nvPr/>
        </p:nvGrpSpPr>
        <p:grpSpPr>
          <a:xfrm>
            <a:off x="5776278" y="5996256"/>
            <a:ext cx="389940" cy="246221"/>
            <a:chOff x="1965117" y="5189845"/>
            <a:chExt cx="389940" cy="246221"/>
          </a:xfrm>
        </p:grpSpPr>
        <p:sp>
          <p:nvSpPr>
            <p:cNvPr id="142" name="Elipse 141">
              <a:extLst>
                <a:ext uri="{FF2B5EF4-FFF2-40B4-BE49-F238E27FC236}">
                  <a16:creationId xmlns:a16="http://schemas.microsoft.com/office/drawing/2014/main" id="{A9E4D470-A7AF-1C51-5847-F44C14D3F72A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133C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43" name="CaixaDeTexto 142">
              <a:extLst>
                <a:ext uri="{FF2B5EF4-FFF2-40B4-BE49-F238E27FC236}">
                  <a16:creationId xmlns:a16="http://schemas.microsoft.com/office/drawing/2014/main" id="{3730506D-5853-7AD2-AE94-DF632D14D557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>
                  <a:solidFill>
                    <a:schemeClr val="bg1"/>
                  </a:solidFill>
                </a:rPr>
                <a:t>12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4" name="Agrupar 143">
            <a:extLst>
              <a:ext uri="{FF2B5EF4-FFF2-40B4-BE49-F238E27FC236}">
                <a16:creationId xmlns:a16="http://schemas.microsoft.com/office/drawing/2014/main" id="{F1EEAF18-7E95-8877-3448-FE76ED371D1D}"/>
              </a:ext>
            </a:extLst>
          </p:cNvPr>
          <p:cNvGrpSpPr/>
          <p:nvPr/>
        </p:nvGrpSpPr>
        <p:grpSpPr>
          <a:xfrm>
            <a:off x="6161657" y="5191775"/>
            <a:ext cx="389940" cy="246221"/>
            <a:chOff x="1965117" y="5189845"/>
            <a:chExt cx="389940" cy="246221"/>
          </a:xfrm>
        </p:grpSpPr>
        <p:sp>
          <p:nvSpPr>
            <p:cNvPr id="145" name="Elipse 144">
              <a:extLst>
                <a:ext uri="{FF2B5EF4-FFF2-40B4-BE49-F238E27FC236}">
                  <a16:creationId xmlns:a16="http://schemas.microsoft.com/office/drawing/2014/main" id="{4975F3F6-C9FA-DCEA-3CCE-BB43E1FF2846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133C8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46" name="CaixaDeTexto 145">
              <a:extLst>
                <a:ext uri="{FF2B5EF4-FFF2-40B4-BE49-F238E27FC236}">
                  <a16:creationId xmlns:a16="http://schemas.microsoft.com/office/drawing/2014/main" id="{528E51DC-5A2D-6706-8C95-B4859CD798F5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>
                  <a:solidFill>
                    <a:schemeClr val="bg1"/>
                  </a:solidFill>
                </a:rPr>
                <a:t>12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0" name="Agrupar 149">
            <a:extLst>
              <a:ext uri="{FF2B5EF4-FFF2-40B4-BE49-F238E27FC236}">
                <a16:creationId xmlns:a16="http://schemas.microsoft.com/office/drawing/2014/main" id="{137D9C54-FB5A-89C6-2413-E100A1895B1B}"/>
              </a:ext>
            </a:extLst>
          </p:cNvPr>
          <p:cNvGrpSpPr/>
          <p:nvPr/>
        </p:nvGrpSpPr>
        <p:grpSpPr>
          <a:xfrm>
            <a:off x="5779508" y="5198103"/>
            <a:ext cx="389940" cy="246221"/>
            <a:chOff x="1965117" y="5189845"/>
            <a:chExt cx="389940" cy="246221"/>
          </a:xfrm>
        </p:grpSpPr>
        <p:sp>
          <p:nvSpPr>
            <p:cNvPr id="151" name="Elipse 150">
              <a:extLst>
                <a:ext uri="{FF2B5EF4-FFF2-40B4-BE49-F238E27FC236}">
                  <a16:creationId xmlns:a16="http://schemas.microsoft.com/office/drawing/2014/main" id="{46F35D40-8739-7128-D0D1-CF87BDBDEAD9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EE372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52" name="CaixaDeTexto 151">
              <a:extLst>
                <a:ext uri="{FF2B5EF4-FFF2-40B4-BE49-F238E27FC236}">
                  <a16:creationId xmlns:a16="http://schemas.microsoft.com/office/drawing/2014/main" id="{1FE5AAD2-3A45-528B-8070-8B8E4CBC6715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3</a:t>
              </a:r>
              <a:endParaRPr lang="pt-BR" sz="5400" dirty="0"/>
            </a:p>
          </p:txBody>
        </p:sp>
      </p:grpSp>
      <p:grpSp>
        <p:nvGrpSpPr>
          <p:cNvPr id="156" name="Agrupar 155">
            <a:extLst>
              <a:ext uri="{FF2B5EF4-FFF2-40B4-BE49-F238E27FC236}">
                <a16:creationId xmlns:a16="http://schemas.microsoft.com/office/drawing/2014/main" id="{C116D5DB-B386-806C-C0C0-099D52085BD6}"/>
              </a:ext>
            </a:extLst>
          </p:cNvPr>
          <p:cNvGrpSpPr/>
          <p:nvPr/>
        </p:nvGrpSpPr>
        <p:grpSpPr>
          <a:xfrm>
            <a:off x="5384326" y="5195086"/>
            <a:ext cx="389940" cy="246221"/>
            <a:chOff x="1965117" y="5189845"/>
            <a:chExt cx="389940" cy="246221"/>
          </a:xfrm>
        </p:grpSpPr>
        <p:sp>
          <p:nvSpPr>
            <p:cNvPr id="157" name="Elipse 156">
              <a:extLst>
                <a:ext uri="{FF2B5EF4-FFF2-40B4-BE49-F238E27FC236}">
                  <a16:creationId xmlns:a16="http://schemas.microsoft.com/office/drawing/2014/main" id="{F2E1FCA4-6F49-F46E-A84D-19F82E73D3DD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455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58" name="CaixaDeTexto 157">
              <a:extLst>
                <a:ext uri="{FF2B5EF4-FFF2-40B4-BE49-F238E27FC236}">
                  <a16:creationId xmlns:a16="http://schemas.microsoft.com/office/drawing/2014/main" id="{335EB90C-1073-BFA9-80B0-FF25455E12EC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1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9" name="Agrupar 158">
            <a:extLst>
              <a:ext uri="{FF2B5EF4-FFF2-40B4-BE49-F238E27FC236}">
                <a16:creationId xmlns:a16="http://schemas.microsoft.com/office/drawing/2014/main" id="{6C5EF565-921B-8B0B-671A-BDDD498D3A4F}"/>
              </a:ext>
            </a:extLst>
          </p:cNvPr>
          <p:cNvGrpSpPr/>
          <p:nvPr/>
        </p:nvGrpSpPr>
        <p:grpSpPr>
          <a:xfrm>
            <a:off x="5380563" y="5406770"/>
            <a:ext cx="389940" cy="246221"/>
            <a:chOff x="1965117" y="5189845"/>
            <a:chExt cx="389940" cy="246221"/>
          </a:xfrm>
        </p:grpSpPr>
        <p:sp>
          <p:nvSpPr>
            <p:cNvPr id="160" name="Elipse 159">
              <a:extLst>
                <a:ext uri="{FF2B5EF4-FFF2-40B4-BE49-F238E27FC236}">
                  <a16:creationId xmlns:a16="http://schemas.microsoft.com/office/drawing/2014/main" id="{21E50725-AD62-10E5-5697-20723A70A00F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FF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61" name="CaixaDeTexto 160">
              <a:extLst>
                <a:ext uri="{FF2B5EF4-FFF2-40B4-BE49-F238E27FC236}">
                  <a16:creationId xmlns:a16="http://schemas.microsoft.com/office/drawing/2014/main" id="{9F17FB15-19E2-3E4A-3C41-E25CDCE3AC91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4</a:t>
              </a:r>
              <a:endParaRPr lang="pt-BR" sz="5400" dirty="0"/>
            </a:p>
          </p:txBody>
        </p:sp>
      </p:grpSp>
      <p:grpSp>
        <p:nvGrpSpPr>
          <p:cNvPr id="162" name="Agrupar 161">
            <a:extLst>
              <a:ext uri="{FF2B5EF4-FFF2-40B4-BE49-F238E27FC236}">
                <a16:creationId xmlns:a16="http://schemas.microsoft.com/office/drawing/2014/main" id="{122F6DD9-1DAD-5F84-A1DA-F97568F3F2F3}"/>
              </a:ext>
            </a:extLst>
          </p:cNvPr>
          <p:cNvGrpSpPr/>
          <p:nvPr/>
        </p:nvGrpSpPr>
        <p:grpSpPr>
          <a:xfrm>
            <a:off x="5382410" y="5601774"/>
            <a:ext cx="389940" cy="246221"/>
            <a:chOff x="1965117" y="5189845"/>
            <a:chExt cx="389940" cy="246221"/>
          </a:xfrm>
        </p:grpSpPr>
        <p:sp>
          <p:nvSpPr>
            <p:cNvPr id="163" name="Elipse 162">
              <a:extLst>
                <a:ext uri="{FF2B5EF4-FFF2-40B4-BE49-F238E27FC236}">
                  <a16:creationId xmlns:a16="http://schemas.microsoft.com/office/drawing/2014/main" id="{5B53EB70-8052-70E0-55CB-38558CE88E5B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CA01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64" name="CaixaDeTexto 163">
              <a:extLst>
                <a:ext uri="{FF2B5EF4-FFF2-40B4-BE49-F238E27FC236}">
                  <a16:creationId xmlns:a16="http://schemas.microsoft.com/office/drawing/2014/main" id="{6C026E10-1B82-1EC0-0089-35AD6E7964BD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7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5" name="Agrupar 164">
            <a:extLst>
              <a:ext uri="{FF2B5EF4-FFF2-40B4-BE49-F238E27FC236}">
                <a16:creationId xmlns:a16="http://schemas.microsoft.com/office/drawing/2014/main" id="{17635813-7285-06A8-B54E-53C90E17A2AF}"/>
              </a:ext>
            </a:extLst>
          </p:cNvPr>
          <p:cNvGrpSpPr/>
          <p:nvPr/>
        </p:nvGrpSpPr>
        <p:grpSpPr>
          <a:xfrm>
            <a:off x="5378206" y="5805524"/>
            <a:ext cx="389940" cy="246221"/>
            <a:chOff x="1965117" y="5189845"/>
            <a:chExt cx="389940" cy="246221"/>
          </a:xfrm>
        </p:grpSpPr>
        <p:sp>
          <p:nvSpPr>
            <p:cNvPr id="166" name="Elipse 165">
              <a:extLst>
                <a:ext uri="{FF2B5EF4-FFF2-40B4-BE49-F238E27FC236}">
                  <a16:creationId xmlns:a16="http://schemas.microsoft.com/office/drawing/2014/main" id="{A5F55CFF-3496-EA50-0FEA-402CBF1C0845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683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67" name="CaixaDeTexto 166">
              <a:extLst>
                <a:ext uri="{FF2B5EF4-FFF2-40B4-BE49-F238E27FC236}">
                  <a16:creationId xmlns:a16="http://schemas.microsoft.com/office/drawing/2014/main" id="{CBD4E9D4-5DB5-1A9A-CAE8-4AD7656AEEA8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11</a:t>
              </a:r>
              <a:endParaRPr lang="pt-BR" sz="5400" dirty="0"/>
            </a:p>
          </p:txBody>
        </p:sp>
      </p:grpSp>
      <p:grpSp>
        <p:nvGrpSpPr>
          <p:cNvPr id="168" name="Agrupar 167">
            <a:extLst>
              <a:ext uri="{FF2B5EF4-FFF2-40B4-BE49-F238E27FC236}">
                <a16:creationId xmlns:a16="http://schemas.microsoft.com/office/drawing/2014/main" id="{10445ED5-B677-3C12-2401-BAA878A15F3E}"/>
              </a:ext>
            </a:extLst>
          </p:cNvPr>
          <p:cNvGrpSpPr/>
          <p:nvPr/>
        </p:nvGrpSpPr>
        <p:grpSpPr>
          <a:xfrm>
            <a:off x="5014614" y="5803005"/>
            <a:ext cx="389940" cy="246221"/>
            <a:chOff x="1965117" y="5189845"/>
            <a:chExt cx="389940" cy="246221"/>
          </a:xfrm>
        </p:grpSpPr>
        <p:sp>
          <p:nvSpPr>
            <p:cNvPr id="169" name="Elipse 168">
              <a:extLst>
                <a:ext uri="{FF2B5EF4-FFF2-40B4-BE49-F238E27FC236}">
                  <a16:creationId xmlns:a16="http://schemas.microsoft.com/office/drawing/2014/main" id="{7BDC4C0A-6A55-AE1C-C52D-A27DFA27C0D8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F6836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70" name="CaixaDeTexto 169">
              <a:extLst>
                <a:ext uri="{FF2B5EF4-FFF2-40B4-BE49-F238E27FC236}">
                  <a16:creationId xmlns:a16="http://schemas.microsoft.com/office/drawing/2014/main" id="{8C303C7C-C8CE-8884-BC19-05955B3E62CC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11</a:t>
              </a:r>
              <a:endParaRPr lang="pt-BR" sz="5400" dirty="0"/>
            </a:p>
          </p:txBody>
        </p:sp>
      </p:grpSp>
      <p:pic>
        <p:nvPicPr>
          <p:cNvPr id="172" name="Imagem 202">
            <a:extLst>
              <a:ext uri="{FF2B5EF4-FFF2-40B4-BE49-F238E27FC236}">
                <a16:creationId xmlns:a16="http://schemas.microsoft.com/office/drawing/2014/main" id="{7ED0CC90-F652-AFFF-0415-5668D9B006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1135"/>
          <a:stretch/>
        </p:blipFill>
        <p:spPr>
          <a:xfrm>
            <a:off x="6997543" y="5238800"/>
            <a:ext cx="181562" cy="173723"/>
          </a:xfrm>
          <a:prstGeom prst="rect">
            <a:avLst/>
          </a:prstGeom>
        </p:spPr>
      </p:pic>
      <p:sp>
        <p:nvSpPr>
          <p:cNvPr id="173" name="CaixaDeTexto 172">
            <a:extLst>
              <a:ext uri="{FF2B5EF4-FFF2-40B4-BE49-F238E27FC236}">
                <a16:creationId xmlns:a16="http://schemas.microsoft.com/office/drawing/2014/main" id="{3A8DD480-079C-2884-01CC-263FFFE2D27B}"/>
              </a:ext>
            </a:extLst>
          </p:cNvPr>
          <p:cNvSpPr txBox="1"/>
          <p:nvPr/>
        </p:nvSpPr>
        <p:spPr>
          <a:xfrm>
            <a:off x="0" y="6560456"/>
            <a:ext cx="12191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Aptos Narrow" panose="020B0004020202020204" pitchFamily="34" charset="0"/>
              </a:rPr>
              <a:t>Created</a:t>
            </a:r>
            <a:r>
              <a:rPr lang="pt-BR" sz="1400" dirty="0">
                <a:latin typeface="Aptos Narrow" panose="020B0004020202020204" pitchFamily="34" charset="0"/>
              </a:rPr>
              <a:t> </a:t>
            </a:r>
            <a:r>
              <a:rPr lang="pt-BR" sz="1400" dirty="0" err="1">
                <a:latin typeface="Aptos Narrow" panose="020B0004020202020204" pitchFamily="34" charset="0"/>
              </a:rPr>
              <a:t>by</a:t>
            </a:r>
            <a:r>
              <a:rPr lang="pt-BR" sz="1400" dirty="0">
                <a:latin typeface="Aptos Narrow" panose="020B0004020202020204" pitchFamily="34" charset="0"/>
              </a:rPr>
              <a:t> Sampa-4-u</a:t>
            </a:r>
          </a:p>
        </p:txBody>
      </p:sp>
      <p:pic>
        <p:nvPicPr>
          <p:cNvPr id="175" name="Imagem 174" descr="Ícone&#10;&#10;Descrição gerada automaticamente">
            <a:extLst>
              <a:ext uri="{FF2B5EF4-FFF2-40B4-BE49-F238E27FC236}">
                <a16:creationId xmlns:a16="http://schemas.microsoft.com/office/drawing/2014/main" id="{F66FC5E7-F641-1FD0-297A-2367594490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54" y="6577291"/>
            <a:ext cx="274105" cy="274105"/>
          </a:xfrm>
          <a:prstGeom prst="rect">
            <a:avLst/>
          </a:prstGeom>
        </p:spPr>
      </p:pic>
      <p:pic>
        <p:nvPicPr>
          <p:cNvPr id="4" name="Imagem 3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6730E31D-1A3C-6E2B-2870-819F66B4B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8948" y="5438081"/>
            <a:ext cx="202770" cy="18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146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DB9FECC-0C00-8D1D-C60A-1FA0D71BAF96}"/>
              </a:ext>
            </a:extLst>
          </p:cNvPr>
          <p:cNvSpPr/>
          <p:nvPr/>
        </p:nvSpPr>
        <p:spPr>
          <a:xfrm>
            <a:off x="0" y="4926106"/>
            <a:ext cx="12192000" cy="259976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44EB89D-8399-3176-AA0C-308B00F85A9B}"/>
              </a:ext>
            </a:extLst>
          </p:cNvPr>
          <p:cNvGrpSpPr/>
          <p:nvPr/>
        </p:nvGrpSpPr>
        <p:grpSpPr>
          <a:xfrm>
            <a:off x="4086607" y="2549839"/>
            <a:ext cx="805134" cy="2595038"/>
            <a:chOff x="1804833" y="3092204"/>
            <a:chExt cx="805134" cy="2595038"/>
          </a:xfrm>
        </p:grpSpPr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32EE533E-8D9E-A8D0-908A-1D1D5F7439A1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55C139B4-FEA9-23E0-C2C3-BA2746E79268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Vila Prudente</a:t>
              </a: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2C3B826E-BA27-F903-B6D3-542371D18E12}"/>
              </a:ext>
            </a:extLst>
          </p:cNvPr>
          <p:cNvGrpSpPr/>
          <p:nvPr/>
        </p:nvGrpSpPr>
        <p:grpSpPr>
          <a:xfrm>
            <a:off x="4470027" y="2549839"/>
            <a:ext cx="805134" cy="2595038"/>
            <a:chOff x="1804833" y="3092204"/>
            <a:chExt cx="805134" cy="2595038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E4712FEE-5D4E-F406-8DA4-B376FF3B208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EF385374-38CF-ACBC-2932-24FE2F809E1D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Oratório</a:t>
              </a:r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2463BB79-7CE1-8D06-2CFB-D89F3B18EBA5}"/>
              </a:ext>
            </a:extLst>
          </p:cNvPr>
          <p:cNvGrpSpPr/>
          <p:nvPr/>
        </p:nvGrpSpPr>
        <p:grpSpPr>
          <a:xfrm>
            <a:off x="4855828" y="1917405"/>
            <a:ext cx="974594" cy="3227472"/>
            <a:chOff x="1804833" y="2459770"/>
            <a:chExt cx="974594" cy="3227472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04FD72F0-023E-EC84-FC24-BBB021E10365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7B9E607B-301F-93A0-42E3-55D2AA49C729}"/>
                </a:ext>
              </a:extLst>
            </p:cNvPr>
            <p:cNvSpPr txBox="1"/>
            <p:nvPr/>
          </p:nvSpPr>
          <p:spPr>
            <a:xfrm rot="18000000">
              <a:off x="1041403" y="3828462"/>
              <a:ext cx="31067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São Lucas</a:t>
              </a:r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D2A71B8-8C20-42FF-88AD-D3A4E422046E}"/>
              </a:ext>
            </a:extLst>
          </p:cNvPr>
          <p:cNvGrpSpPr/>
          <p:nvPr/>
        </p:nvGrpSpPr>
        <p:grpSpPr>
          <a:xfrm>
            <a:off x="5241629" y="1128330"/>
            <a:ext cx="1186026" cy="4016547"/>
            <a:chOff x="1804833" y="1670695"/>
            <a:chExt cx="1186026" cy="4016547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023EEF9-5762-D7A9-7516-9FFC74FC95EC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F4DC88EE-8F03-42B1-4DC4-F0960F76DC42}"/>
                </a:ext>
              </a:extLst>
            </p:cNvPr>
            <p:cNvSpPr txBox="1"/>
            <p:nvPr/>
          </p:nvSpPr>
          <p:spPr>
            <a:xfrm rot="18000000">
              <a:off x="829971" y="3462251"/>
              <a:ext cx="39524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Camilo Haddad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F8D89EEE-8975-6187-E579-0A643D77DCB1}"/>
              </a:ext>
            </a:extLst>
          </p:cNvPr>
          <p:cNvGrpSpPr/>
          <p:nvPr/>
        </p:nvGrpSpPr>
        <p:grpSpPr>
          <a:xfrm>
            <a:off x="5627430" y="2549839"/>
            <a:ext cx="805134" cy="2595038"/>
            <a:chOff x="1804833" y="3092204"/>
            <a:chExt cx="805134" cy="2595038"/>
          </a:xfrm>
        </p:grpSpPr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57607CBD-F2BA-F7B9-C896-14AAACD9C65A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61928F94-26B5-F143-7111-EC339EA8AD53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Vila Tolstói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97180F1D-DB33-7B39-0A8F-0444F1B704DF}"/>
              </a:ext>
            </a:extLst>
          </p:cNvPr>
          <p:cNvGrpSpPr/>
          <p:nvPr/>
        </p:nvGrpSpPr>
        <p:grpSpPr>
          <a:xfrm>
            <a:off x="6013231" y="2549839"/>
            <a:ext cx="805134" cy="2595038"/>
            <a:chOff x="1804833" y="3092204"/>
            <a:chExt cx="805134" cy="2595038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A229CFAE-1F40-E947-4DE8-9CD1153E7F55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6647C394-DF3E-467F-6352-5765896574B4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Vila União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32BF4B3-180F-B26F-DAD8-D699E009FA6B}"/>
              </a:ext>
            </a:extLst>
          </p:cNvPr>
          <p:cNvGrpSpPr/>
          <p:nvPr/>
        </p:nvGrpSpPr>
        <p:grpSpPr>
          <a:xfrm>
            <a:off x="6396651" y="2549839"/>
            <a:ext cx="805134" cy="2595038"/>
            <a:chOff x="1804833" y="3092204"/>
            <a:chExt cx="805134" cy="2595038"/>
          </a:xfrm>
        </p:grpSpPr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25071B5C-F96A-C887-BAAF-E1A669DD9A13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71AE4850-2284-8857-C66E-2AFFE9183EC8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Jardim Planalto</a:t>
              </a: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0B0FA91B-D840-2D54-5F1A-20722409043A}"/>
              </a:ext>
            </a:extLst>
          </p:cNvPr>
          <p:cNvGrpSpPr/>
          <p:nvPr/>
        </p:nvGrpSpPr>
        <p:grpSpPr>
          <a:xfrm>
            <a:off x="6780071" y="2549839"/>
            <a:ext cx="805134" cy="2595038"/>
            <a:chOff x="1804833" y="3092204"/>
            <a:chExt cx="805134" cy="2595038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BBF27127-8ED9-2435-4A31-280DC0904A86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0FB3BEC8-7C29-6720-106C-5F338722378C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Sapopemba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2D6DDE0F-C0CE-EE5F-B81A-3A9B2B825CE8}"/>
              </a:ext>
            </a:extLst>
          </p:cNvPr>
          <p:cNvGrpSpPr/>
          <p:nvPr/>
        </p:nvGrpSpPr>
        <p:grpSpPr>
          <a:xfrm>
            <a:off x="7163491" y="2549839"/>
            <a:ext cx="805134" cy="2595038"/>
            <a:chOff x="1804833" y="3092204"/>
            <a:chExt cx="805134" cy="2595038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572037A4-68A4-BED8-6D8B-12ACC09A8102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8E69468B-AC9E-7AFE-1CC5-1DDB91F1F8A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Fazenda da Juta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BE8974AD-7166-FD07-277B-68F1CE6D85D5}"/>
              </a:ext>
            </a:extLst>
          </p:cNvPr>
          <p:cNvGrpSpPr/>
          <p:nvPr/>
        </p:nvGrpSpPr>
        <p:grpSpPr>
          <a:xfrm>
            <a:off x="7547680" y="2549839"/>
            <a:ext cx="805134" cy="2595038"/>
            <a:chOff x="1804833" y="3092204"/>
            <a:chExt cx="805134" cy="2595038"/>
          </a:xfrm>
        </p:grpSpPr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97975152-1B0E-343D-99FC-359FF8C74DB1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AC40B128-E744-4C78-F6A9-67CFFAC0DF25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São Mateus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56EC9DBC-5DC5-78E5-98AE-ADB8F8BD0937}"/>
              </a:ext>
            </a:extLst>
          </p:cNvPr>
          <p:cNvGrpSpPr/>
          <p:nvPr/>
        </p:nvGrpSpPr>
        <p:grpSpPr>
          <a:xfrm>
            <a:off x="7933481" y="2549839"/>
            <a:ext cx="805134" cy="2595038"/>
            <a:chOff x="1804833" y="3092204"/>
            <a:chExt cx="805134" cy="2595038"/>
          </a:xfrm>
        </p:grpSpPr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5A10FDE9-E9CD-AA70-9EFE-F845FCC2B49E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371CA9B8-7FE4-11D7-73D1-F2027D6F77B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Jardim Colonial</a:t>
              </a:r>
            </a:p>
          </p:txBody>
        </p:sp>
      </p:grp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6B58F22A-9A34-3F3E-2176-47A2CFB6C86B}"/>
              </a:ext>
            </a:extLst>
          </p:cNvPr>
          <p:cNvGrpSpPr/>
          <p:nvPr/>
        </p:nvGrpSpPr>
        <p:grpSpPr>
          <a:xfrm>
            <a:off x="4025117" y="5194739"/>
            <a:ext cx="389940" cy="246221"/>
            <a:chOff x="1965117" y="5189845"/>
            <a:chExt cx="389940" cy="246221"/>
          </a:xfrm>
        </p:grpSpPr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18750BDC-E5E8-6266-2EBB-E018761C3FDC}"/>
                </a:ext>
              </a:extLst>
            </p:cNvPr>
            <p:cNvSpPr>
              <a:spLocks/>
            </p:cNvSpPr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07E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58" name="CaixaDeTexto 57">
              <a:extLst>
                <a:ext uri="{FF2B5EF4-FFF2-40B4-BE49-F238E27FC236}">
                  <a16:creationId xmlns:a16="http://schemas.microsoft.com/office/drawing/2014/main" id="{B0797FA0-84A3-812D-2E28-F98866569889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2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E9F64F4C-12C6-7D4E-17B2-ED1080DF9C8E}"/>
              </a:ext>
            </a:extLst>
          </p:cNvPr>
          <p:cNvSpPr txBox="1"/>
          <p:nvPr/>
        </p:nvSpPr>
        <p:spPr>
          <a:xfrm>
            <a:off x="0" y="6560456"/>
            <a:ext cx="12191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Aptos Narrow" panose="020B0004020202020204" pitchFamily="34" charset="0"/>
              </a:rPr>
              <a:t>Created</a:t>
            </a:r>
            <a:r>
              <a:rPr lang="pt-BR" sz="1400" dirty="0">
                <a:latin typeface="Aptos Narrow" panose="020B0004020202020204" pitchFamily="34" charset="0"/>
              </a:rPr>
              <a:t> </a:t>
            </a:r>
            <a:r>
              <a:rPr lang="pt-BR" sz="1400" dirty="0" err="1">
                <a:latin typeface="Aptos Narrow" panose="020B0004020202020204" pitchFamily="34" charset="0"/>
              </a:rPr>
              <a:t>by</a:t>
            </a:r>
            <a:r>
              <a:rPr lang="pt-BR" sz="1400" dirty="0">
                <a:latin typeface="Aptos Narrow" panose="020B0004020202020204" pitchFamily="34" charset="0"/>
              </a:rPr>
              <a:t> Sampa-4-u</a:t>
            </a:r>
          </a:p>
        </p:txBody>
      </p:sp>
      <p:pic>
        <p:nvPicPr>
          <p:cNvPr id="60" name="Imagem 59" descr="Ícone&#10;&#10;Descrição gerada automaticamente">
            <a:extLst>
              <a:ext uri="{FF2B5EF4-FFF2-40B4-BE49-F238E27FC236}">
                <a16:creationId xmlns:a16="http://schemas.microsoft.com/office/drawing/2014/main" id="{403B8066-8576-C2A1-25E3-40FC7EBF6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54" y="6577291"/>
            <a:ext cx="274105" cy="274105"/>
          </a:xfrm>
          <a:prstGeom prst="rect">
            <a:avLst/>
          </a:prstGeom>
        </p:spPr>
      </p:pic>
      <p:pic>
        <p:nvPicPr>
          <p:cNvPr id="2" name="Imagem 202">
            <a:extLst>
              <a:ext uri="{FF2B5EF4-FFF2-40B4-BE49-F238E27FC236}">
                <a16:creationId xmlns:a16="http://schemas.microsoft.com/office/drawing/2014/main" id="{68C5A278-6F77-98AB-F674-ECE2D93294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1135"/>
          <a:stretch/>
        </p:blipFill>
        <p:spPr>
          <a:xfrm>
            <a:off x="7551052" y="5238963"/>
            <a:ext cx="181562" cy="17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777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8976E05-2DA9-6AE2-E481-FB21F15C121C}"/>
              </a:ext>
            </a:extLst>
          </p:cNvPr>
          <p:cNvSpPr/>
          <p:nvPr/>
        </p:nvSpPr>
        <p:spPr>
          <a:xfrm>
            <a:off x="0" y="4926106"/>
            <a:ext cx="12192000" cy="25997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200FD265-1388-4F25-B203-5EF33D1B0BCC}"/>
              </a:ext>
            </a:extLst>
          </p:cNvPr>
          <p:cNvGrpSpPr/>
          <p:nvPr/>
        </p:nvGrpSpPr>
        <p:grpSpPr>
          <a:xfrm>
            <a:off x="4673118" y="2549839"/>
            <a:ext cx="805134" cy="2595038"/>
            <a:chOff x="1804833" y="3092204"/>
            <a:chExt cx="805134" cy="2595038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53D03695-07AD-3CC2-15FB-A446E409F1F0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AD911F5B-14DB-7BA2-F8B1-337C2EB6C2D9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Washington Luís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651FE879-6D96-F6E2-39A1-20A3854BE541}"/>
              </a:ext>
            </a:extLst>
          </p:cNvPr>
          <p:cNvGrpSpPr/>
          <p:nvPr/>
        </p:nvGrpSpPr>
        <p:grpSpPr>
          <a:xfrm>
            <a:off x="5058919" y="2074134"/>
            <a:ext cx="932598" cy="3070743"/>
            <a:chOff x="1804833" y="2616499"/>
            <a:chExt cx="932598" cy="3070743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62039F74-8763-9716-54EB-A753F4EF4E09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0ABF37BC-9DA4-8CFA-04E0-5C9ABEA25BBD}"/>
                </a:ext>
              </a:extLst>
            </p:cNvPr>
            <p:cNvSpPr txBox="1"/>
            <p:nvPr/>
          </p:nvSpPr>
          <p:spPr>
            <a:xfrm rot="18000000">
              <a:off x="1083398" y="3901200"/>
              <a:ext cx="2938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Aeroporto de Congonhas</a:t>
              </a: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BBE848AD-AD9D-58BF-08D4-9F17290B6F19}"/>
              </a:ext>
            </a:extLst>
          </p:cNvPr>
          <p:cNvGrpSpPr/>
          <p:nvPr/>
        </p:nvGrpSpPr>
        <p:grpSpPr>
          <a:xfrm>
            <a:off x="5444720" y="2549839"/>
            <a:ext cx="805134" cy="2595038"/>
            <a:chOff x="1804833" y="3092204"/>
            <a:chExt cx="805134" cy="2595038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E7967CBE-C1A4-4069-606D-027DEC3029BD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CE28DC09-06D9-F958-2782-7DCF8CCCE861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Brooklin Paulista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6D0CF45E-8F1F-7FAE-7225-59001EA9169D}"/>
              </a:ext>
            </a:extLst>
          </p:cNvPr>
          <p:cNvGrpSpPr/>
          <p:nvPr/>
        </p:nvGrpSpPr>
        <p:grpSpPr>
          <a:xfrm>
            <a:off x="5828140" y="2549839"/>
            <a:ext cx="805134" cy="2595038"/>
            <a:chOff x="1804833" y="3092204"/>
            <a:chExt cx="805134" cy="2595038"/>
          </a:xfrm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3D308CD3-E1C5-11C4-8157-3E8B32248C0A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99061F56-AF8D-4BF1-7777-D5EE6C73B53A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Vereador José Diniz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04FEB0C7-DA32-0EFB-8051-395D5393C13D}"/>
              </a:ext>
            </a:extLst>
          </p:cNvPr>
          <p:cNvGrpSpPr/>
          <p:nvPr/>
        </p:nvGrpSpPr>
        <p:grpSpPr>
          <a:xfrm>
            <a:off x="6211560" y="2549839"/>
            <a:ext cx="805134" cy="2595038"/>
            <a:chOff x="1804833" y="3092204"/>
            <a:chExt cx="805134" cy="2595038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C8450B57-D2AC-A3E0-4F47-E0D04801E914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9F32D534-512B-F487-2AF6-9D13FE9A09AF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Campo Belo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BF4F42B8-6077-61DF-674B-100F0F65A8AD}"/>
              </a:ext>
            </a:extLst>
          </p:cNvPr>
          <p:cNvGrpSpPr/>
          <p:nvPr/>
        </p:nvGrpSpPr>
        <p:grpSpPr>
          <a:xfrm>
            <a:off x="6594980" y="2549839"/>
            <a:ext cx="805134" cy="2595038"/>
            <a:chOff x="1804833" y="3092204"/>
            <a:chExt cx="805134" cy="2595038"/>
          </a:xfrm>
        </p:grpSpPr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1CFA534E-FA4F-D210-1869-CAE613F4F778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30830967-B858-7FD7-31D5-2A9FF1970258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Vila Cordeiro</a:t>
              </a: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0CD95316-739B-CE4E-E4C3-6519B36BDBD0}"/>
              </a:ext>
            </a:extLst>
          </p:cNvPr>
          <p:cNvGrpSpPr/>
          <p:nvPr/>
        </p:nvGrpSpPr>
        <p:grpSpPr>
          <a:xfrm>
            <a:off x="6979169" y="2549839"/>
            <a:ext cx="805134" cy="2595038"/>
            <a:chOff x="1804833" y="3092204"/>
            <a:chExt cx="805134" cy="2595038"/>
          </a:xfrm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FDD5BB80-5ECE-E3F2-7120-0679BCED6C1E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F39BF4EB-E778-02B7-C37A-AB999E12C770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Chucri Zaidan</a:t>
              </a:r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D2F360A3-E891-4D0B-4F34-1B126C97AA42}"/>
              </a:ext>
            </a:extLst>
          </p:cNvPr>
          <p:cNvGrpSpPr/>
          <p:nvPr/>
        </p:nvGrpSpPr>
        <p:grpSpPr>
          <a:xfrm>
            <a:off x="7364970" y="2549839"/>
            <a:ext cx="805134" cy="2595038"/>
            <a:chOff x="1804833" y="3092204"/>
            <a:chExt cx="805134" cy="2595038"/>
          </a:xfrm>
        </p:grpSpPr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76417040-9ADD-CD1C-92BB-F2156DF72F0A}"/>
                </a:ext>
              </a:extLst>
            </p:cNvPr>
            <p:cNvSpPr/>
            <p:nvPr/>
          </p:nvSpPr>
          <p:spPr>
            <a:xfrm>
              <a:off x="1804833" y="5509675"/>
              <a:ext cx="189814" cy="1775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8AD4271D-EA24-613E-E65A-36200CB5503B}"/>
                </a:ext>
              </a:extLst>
            </p:cNvPr>
            <p:cNvSpPr txBox="1"/>
            <p:nvPr/>
          </p:nvSpPr>
          <p:spPr>
            <a:xfrm rot="18000000">
              <a:off x="1210863" y="4121976"/>
              <a:ext cx="2428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Morumbi</a:t>
              </a:r>
            </a:p>
          </p:txBody>
        </p:sp>
      </p:grpSp>
      <p:grpSp>
        <p:nvGrpSpPr>
          <p:cNvPr id="76" name="Agrupar 75">
            <a:extLst>
              <a:ext uri="{FF2B5EF4-FFF2-40B4-BE49-F238E27FC236}">
                <a16:creationId xmlns:a16="http://schemas.microsoft.com/office/drawing/2014/main" id="{B0D4B39A-6EDA-FB82-32A2-C491A7C7CD51}"/>
              </a:ext>
            </a:extLst>
          </p:cNvPr>
          <p:cNvGrpSpPr/>
          <p:nvPr/>
        </p:nvGrpSpPr>
        <p:grpSpPr>
          <a:xfrm>
            <a:off x="7313482" y="5196937"/>
            <a:ext cx="389940" cy="246221"/>
            <a:chOff x="1965117" y="5189845"/>
            <a:chExt cx="389940" cy="246221"/>
          </a:xfrm>
        </p:grpSpPr>
        <p:sp>
          <p:nvSpPr>
            <p:cNvPr id="77" name="Elipse 76">
              <a:extLst>
                <a:ext uri="{FF2B5EF4-FFF2-40B4-BE49-F238E27FC236}">
                  <a16:creationId xmlns:a16="http://schemas.microsoft.com/office/drawing/2014/main" id="{4B739DA5-D707-911E-0058-C81F256424D7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01A9A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78" name="CaixaDeTexto 77">
              <a:extLst>
                <a:ext uri="{FF2B5EF4-FFF2-40B4-BE49-F238E27FC236}">
                  <a16:creationId xmlns:a16="http://schemas.microsoft.com/office/drawing/2014/main" id="{7CDFACE2-11C0-E89E-1B27-36E93027705D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9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FC2EDEBC-291F-9A26-E57A-E77D2DDA4546}"/>
              </a:ext>
            </a:extLst>
          </p:cNvPr>
          <p:cNvGrpSpPr/>
          <p:nvPr/>
        </p:nvGrpSpPr>
        <p:grpSpPr>
          <a:xfrm>
            <a:off x="6159883" y="5197194"/>
            <a:ext cx="389940" cy="246221"/>
            <a:chOff x="1965117" y="5189845"/>
            <a:chExt cx="389940" cy="246221"/>
          </a:xfrm>
        </p:grpSpPr>
        <p:sp>
          <p:nvSpPr>
            <p:cNvPr id="113" name="Elipse 112">
              <a:extLst>
                <a:ext uri="{FF2B5EF4-FFF2-40B4-BE49-F238E27FC236}">
                  <a16:creationId xmlns:a16="http://schemas.microsoft.com/office/drawing/2014/main" id="{B15E8EA0-2C43-E2A6-3345-914FCBED20E0}"/>
                </a:ext>
              </a:extLst>
            </p:cNvPr>
            <p:cNvSpPr/>
            <p:nvPr/>
          </p:nvSpPr>
          <p:spPr>
            <a:xfrm>
              <a:off x="2024125" y="5227286"/>
              <a:ext cx="189814" cy="177567"/>
            </a:xfrm>
            <a:prstGeom prst="ellipse">
              <a:avLst/>
            </a:prstGeom>
            <a:solidFill>
              <a:srgbClr val="9B38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" dirty="0">
                <a:solidFill>
                  <a:schemeClr val="tx1"/>
                </a:solidFill>
              </a:endParaRPr>
            </a:p>
          </p:txBody>
        </p:sp>
        <p:sp>
          <p:nvSpPr>
            <p:cNvPr id="114" name="CaixaDeTexto 113">
              <a:extLst>
                <a:ext uri="{FF2B5EF4-FFF2-40B4-BE49-F238E27FC236}">
                  <a16:creationId xmlns:a16="http://schemas.microsoft.com/office/drawing/2014/main" id="{4EDBF3FD-2D5E-5848-876F-0B5E5947BC39}"/>
                </a:ext>
              </a:extLst>
            </p:cNvPr>
            <p:cNvSpPr txBox="1"/>
            <p:nvPr/>
          </p:nvSpPr>
          <p:spPr>
            <a:xfrm>
              <a:off x="1965117" y="5189845"/>
              <a:ext cx="389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dirty="0"/>
                <a:t> </a:t>
              </a:r>
              <a:r>
                <a:rPr lang="pt-BR" sz="1000" dirty="0">
                  <a:solidFill>
                    <a:schemeClr val="bg1"/>
                  </a:solidFill>
                </a:rPr>
                <a:t>5</a:t>
              </a:r>
              <a:endParaRPr lang="pt-BR" sz="5400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A62FB4E9-7849-2987-1A7F-B94134D496E6}"/>
              </a:ext>
            </a:extLst>
          </p:cNvPr>
          <p:cNvSpPr txBox="1"/>
          <p:nvPr/>
        </p:nvSpPr>
        <p:spPr>
          <a:xfrm>
            <a:off x="0" y="6560456"/>
            <a:ext cx="12191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>
                <a:latin typeface="Aptos Narrow" panose="020B0004020202020204" pitchFamily="34" charset="0"/>
              </a:rPr>
              <a:t>Created</a:t>
            </a:r>
            <a:r>
              <a:rPr lang="pt-BR" sz="1400" dirty="0">
                <a:latin typeface="Aptos Narrow" panose="020B0004020202020204" pitchFamily="34" charset="0"/>
              </a:rPr>
              <a:t> </a:t>
            </a:r>
            <a:r>
              <a:rPr lang="pt-BR" sz="1400" dirty="0" err="1">
                <a:latin typeface="Aptos Narrow" panose="020B0004020202020204" pitchFamily="34" charset="0"/>
              </a:rPr>
              <a:t>by</a:t>
            </a:r>
            <a:r>
              <a:rPr lang="pt-BR" sz="1400" dirty="0">
                <a:latin typeface="Aptos Narrow" panose="020B0004020202020204" pitchFamily="34" charset="0"/>
              </a:rPr>
              <a:t> Sampa-4-u</a:t>
            </a:r>
          </a:p>
        </p:txBody>
      </p:sp>
      <p:pic>
        <p:nvPicPr>
          <p:cNvPr id="49" name="Imagem 48" descr="Ícone&#10;&#10;Descrição gerada automaticamente">
            <a:extLst>
              <a:ext uri="{FF2B5EF4-FFF2-40B4-BE49-F238E27FC236}">
                <a16:creationId xmlns:a16="http://schemas.microsoft.com/office/drawing/2014/main" id="{17648E86-39C7-F609-E955-28F0BB447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54" y="6577291"/>
            <a:ext cx="274105" cy="274105"/>
          </a:xfrm>
          <a:prstGeom prst="rect">
            <a:avLst/>
          </a:prstGeom>
        </p:spPr>
      </p:pic>
      <p:sp>
        <p:nvSpPr>
          <p:cNvPr id="51" name="CaixaDeTexto 50">
            <a:extLst>
              <a:ext uri="{FF2B5EF4-FFF2-40B4-BE49-F238E27FC236}">
                <a16:creationId xmlns:a16="http://schemas.microsoft.com/office/drawing/2014/main" id="{AD5021BA-41F2-ADB6-D1D7-B2DF0AE47FFC}"/>
              </a:ext>
            </a:extLst>
          </p:cNvPr>
          <p:cNvSpPr txBox="1"/>
          <p:nvPr/>
        </p:nvSpPr>
        <p:spPr>
          <a:xfrm>
            <a:off x="0" y="80962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FF0000"/>
                </a:solidFill>
              </a:rPr>
              <a:t>LINHA EM CONSTRUÇÃO</a:t>
            </a:r>
          </a:p>
        </p:txBody>
      </p:sp>
    </p:spTree>
    <p:extLst>
      <p:ext uri="{BB962C8B-B14F-4D97-AF65-F5344CB8AC3E}">
        <p14:creationId xmlns:p14="http://schemas.microsoft.com/office/powerpoint/2010/main" val="38070317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708</Words>
  <Application>Microsoft Office PowerPoint</Application>
  <PresentationFormat>Widescreen</PresentationFormat>
  <Paragraphs>382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Aptos Narrow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 Barbosa</dc:creator>
  <cp:lastModifiedBy>Rafael Barbosa</cp:lastModifiedBy>
  <cp:revision>1</cp:revision>
  <dcterms:created xsi:type="dcterms:W3CDTF">2023-10-26T20:41:10Z</dcterms:created>
  <dcterms:modified xsi:type="dcterms:W3CDTF">2026-02-03T02:57:08Z</dcterms:modified>
</cp:coreProperties>
</file>